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04E74F-1681-4B62-AB38-EECB56FC507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27B67814-C2A4-461E-9601-C09925B591C2}">
      <dgm:prSet/>
      <dgm:spPr/>
      <dgm:t>
        <a:bodyPr/>
        <a:lstStyle/>
        <a:p>
          <a:r>
            <a:rPr lang="en-US"/>
            <a:t>Detección temprana de incendios forestales mediante sensores térmicos infrarrojos de onda larga (LWIR).</a:t>
          </a:r>
        </a:p>
      </dgm:t>
    </dgm:pt>
    <dgm:pt modelId="{ED75847D-D7FC-4AC8-AF95-2561F71A5EB3}" type="parTrans" cxnId="{E6384FAE-9AF8-407E-8BBF-5C13214B6D51}">
      <dgm:prSet/>
      <dgm:spPr/>
      <dgm:t>
        <a:bodyPr/>
        <a:lstStyle/>
        <a:p>
          <a:endParaRPr lang="en-US"/>
        </a:p>
      </dgm:t>
    </dgm:pt>
    <dgm:pt modelId="{61661406-C441-4076-B3B3-EF88DD2BD41E}" type="sibTrans" cxnId="{E6384FAE-9AF8-407E-8BBF-5C13214B6D51}">
      <dgm:prSet/>
      <dgm:spPr/>
      <dgm:t>
        <a:bodyPr/>
        <a:lstStyle/>
        <a:p>
          <a:endParaRPr lang="en-US"/>
        </a:p>
      </dgm:t>
    </dgm:pt>
    <dgm:pt modelId="{091B9AC9-7592-4D2D-A1CE-ED98E20F6867}">
      <dgm:prSet/>
      <dgm:spPr/>
      <dgm:t>
        <a:bodyPr/>
        <a:lstStyle/>
        <a:p>
          <a:r>
            <a:rPr lang="en-US"/>
            <a:t>Tipo de satélite: CubeSat 3U</a:t>
          </a:r>
        </a:p>
      </dgm:t>
    </dgm:pt>
    <dgm:pt modelId="{50EA77F3-DF74-4052-B426-29ED83E3E9A5}" type="parTrans" cxnId="{5619DCAB-78CA-49FC-B595-FF9E35D20E84}">
      <dgm:prSet/>
      <dgm:spPr/>
      <dgm:t>
        <a:bodyPr/>
        <a:lstStyle/>
        <a:p>
          <a:endParaRPr lang="en-US"/>
        </a:p>
      </dgm:t>
    </dgm:pt>
    <dgm:pt modelId="{1DA8E91A-8D01-49B6-832D-9FD010132EE7}" type="sibTrans" cxnId="{5619DCAB-78CA-49FC-B595-FF9E35D20E84}">
      <dgm:prSet/>
      <dgm:spPr/>
      <dgm:t>
        <a:bodyPr/>
        <a:lstStyle/>
        <a:p>
          <a:endParaRPr lang="en-US"/>
        </a:p>
      </dgm:t>
    </dgm:pt>
    <dgm:pt modelId="{3D8CAD8A-05E6-438C-959F-B1F528B0EFF8}">
      <dgm:prSet/>
      <dgm:spPr/>
      <dgm:t>
        <a:bodyPr/>
        <a:lstStyle/>
        <a:p>
          <a:r>
            <a:rPr lang="en-US"/>
            <a:t>Objetivo: Identificar focos de incendio en zonas remotas lo antes posible.</a:t>
          </a:r>
        </a:p>
      </dgm:t>
    </dgm:pt>
    <dgm:pt modelId="{D7F5DBA8-0A45-49FB-9980-2EB1323B95CA}" type="parTrans" cxnId="{A8DBE929-E101-4AE9-A581-DE248530B1CF}">
      <dgm:prSet/>
      <dgm:spPr/>
      <dgm:t>
        <a:bodyPr/>
        <a:lstStyle/>
        <a:p>
          <a:endParaRPr lang="en-US"/>
        </a:p>
      </dgm:t>
    </dgm:pt>
    <dgm:pt modelId="{61254F93-9AB8-4FE9-8D68-05290B007633}" type="sibTrans" cxnId="{A8DBE929-E101-4AE9-A581-DE248530B1CF}">
      <dgm:prSet/>
      <dgm:spPr/>
      <dgm:t>
        <a:bodyPr/>
        <a:lstStyle/>
        <a:p>
          <a:endParaRPr lang="en-US"/>
        </a:p>
      </dgm:t>
    </dgm:pt>
    <dgm:pt modelId="{0AF44535-2B19-4DB7-9170-E47177BADD09}" type="pres">
      <dgm:prSet presAssocID="{2204E74F-1681-4B62-AB38-EECB56FC5078}" presName="root" presStyleCnt="0">
        <dgm:presLayoutVars>
          <dgm:dir/>
          <dgm:resizeHandles val="exact"/>
        </dgm:presLayoutVars>
      </dgm:prSet>
      <dgm:spPr/>
    </dgm:pt>
    <dgm:pt modelId="{D8F5EE10-5CC4-4FC1-9EAE-C694DCDD14C0}" type="pres">
      <dgm:prSet presAssocID="{27B67814-C2A4-461E-9601-C09925B591C2}" presName="compNode" presStyleCnt="0"/>
      <dgm:spPr/>
    </dgm:pt>
    <dgm:pt modelId="{DE7B4BCF-5CA3-4C9A-B4DD-0DA35F702B50}" type="pres">
      <dgm:prSet presAssocID="{27B67814-C2A4-461E-9601-C09925B591C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flamable"/>
        </a:ext>
      </dgm:extLst>
    </dgm:pt>
    <dgm:pt modelId="{36D9C5FE-E8DB-4B37-AA78-A263601E4D78}" type="pres">
      <dgm:prSet presAssocID="{27B67814-C2A4-461E-9601-C09925B591C2}" presName="spaceRect" presStyleCnt="0"/>
      <dgm:spPr/>
    </dgm:pt>
    <dgm:pt modelId="{C62CE9DE-7BF1-47CC-A89E-ADE358E00808}" type="pres">
      <dgm:prSet presAssocID="{27B67814-C2A4-461E-9601-C09925B591C2}" presName="textRect" presStyleLbl="revTx" presStyleIdx="0" presStyleCnt="3">
        <dgm:presLayoutVars>
          <dgm:chMax val="1"/>
          <dgm:chPref val="1"/>
        </dgm:presLayoutVars>
      </dgm:prSet>
      <dgm:spPr/>
    </dgm:pt>
    <dgm:pt modelId="{808071B7-DEEE-4B84-B0F2-C9FA33AEA33B}" type="pres">
      <dgm:prSet presAssocID="{61661406-C441-4076-B3B3-EF88DD2BD41E}" presName="sibTrans" presStyleCnt="0"/>
      <dgm:spPr/>
    </dgm:pt>
    <dgm:pt modelId="{45C4D1AA-0790-4B20-AE83-BDFFCD64CD32}" type="pres">
      <dgm:prSet presAssocID="{091B9AC9-7592-4D2D-A1CE-ED98E20F6867}" presName="compNode" presStyleCnt="0"/>
      <dgm:spPr/>
    </dgm:pt>
    <dgm:pt modelId="{059504FA-F27A-4EF7-82CC-A4C12A0331D5}" type="pres">
      <dgm:prSet presAssocID="{091B9AC9-7592-4D2D-A1CE-ED98E20F686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élite"/>
        </a:ext>
      </dgm:extLst>
    </dgm:pt>
    <dgm:pt modelId="{1421213F-CE6E-4BA7-9DD6-184BF5642DB8}" type="pres">
      <dgm:prSet presAssocID="{091B9AC9-7592-4D2D-A1CE-ED98E20F6867}" presName="spaceRect" presStyleCnt="0"/>
      <dgm:spPr/>
    </dgm:pt>
    <dgm:pt modelId="{F0C2711E-7709-47EE-A47A-960E87AF2DD4}" type="pres">
      <dgm:prSet presAssocID="{091B9AC9-7592-4D2D-A1CE-ED98E20F6867}" presName="textRect" presStyleLbl="revTx" presStyleIdx="1" presStyleCnt="3">
        <dgm:presLayoutVars>
          <dgm:chMax val="1"/>
          <dgm:chPref val="1"/>
        </dgm:presLayoutVars>
      </dgm:prSet>
      <dgm:spPr/>
    </dgm:pt>
    <dgm:pt modelId="{88725F23-2CA7-4B97-94AF-4C6259EE2FDF}" type="pres">
      <dgm:prSet presAssocID="{1DA8E91A-8D01-49B6-832D-9FD010132EE7}" presName="sibTrans" presStyleCnt="0"/>
      <dgm:spPr/>
    </dgm:pt>
    <dgm:pt modelId="{86D6107D-66DB-496B-843D-F94352B1AC06}" type="pres">
      <dgm:prSet presAssocID="{3D8CAD8A-05E6-438C-959F-B1F528B0EFF8}" presName="compNode" presStyleCnt="0"/>
      <dgm:spPr/>
    </dgm:pt>
    <dgm:pt modelId="{F013DD8E-1D75-4DC5-BBBE-0D37021E3BEF}" type="pres">
      <dgm:prSet presAssocID="{3D8CAD8A-05E6-438C-959F-B1F528B0EFF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na"/>
        </a:ext>
      </dgm:extLst>
    </dgm:pt>
    <dgm:pt modelId="{6DED4A69-F89F-4AF2-A037-1F4D142483D1}" type="pres">
      <dgm:prSet presAssocID="{3D8CAD8A-05E6-438C-959F-B1F528B0EFF8}" presName="spaceRect" presStyleCnt="0"/>
      <dgm:spPr/>
    </dgm:pt>
    <dgm:pt modelId="{1609E5BE-CD2E-4DD5-A34D-06B76BDB71DB}" type="pres">
      <dgm:prSet presAssocID="{3D8CAD8A-05E6-438C-959F-B1F528B0EFF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8ED5500-4EBA-4105-B075-FC4EFFAE8962}" type="presOf" srcId="{091B9AC9-7592-4D2D-A1CE-ED98E20F6867}" destId="{F0C2711E-7709-47EE-A47A-960E87AF2DD4}" srcOrd="0" destOrd="0" presId="urn:microsoft.com/office/officeart/2018/2/layout/IconLabelList"/>
    <dgm:cxn modelId="{A8DBE929-E101-4AE9-A581-DE248530B1CF}" srcId="{2204E74F-1681-4B62-AB38-EECB56FC5078}" destId="{3D8CAD8A-05E6-438C-959F-B1F528B0EFF8}" srcOrd="2" destOrd="0" parTransId="{D7F5DBA8-0A45-49FB-9980-2EB1323B95CA}" sibTransId="{61254F93-9AB8-4FE9-8D68-05290B007633}"/>
    <dgm:cxn modelId="{7A753F67-AF85-4AC3-913E-4684406C9C18}" type="presOf" srcId="{2204E74F-1681-4B62-AB38-EECB56FC5078}" destId="{0AF44535-2B19-4DB7-9170-E47177BADD09}" srcOrd="0" destOrd="0" presId="urn:microsoft.com/office/officeart/2018/2/layout/IconLabelList"/>
    <dgm:cxn modelId="{5619DCAB-78CA-49FC-B595-FF9E35D20E84}" srcId="{2204E74F-1681-4B62-AB38-EECB56FC5078}" destId="{091B9AC9-7592-4D2D-A1CE-ED98E20F6867}" srcOrd="1" destOrd="0" parTransId="{50EA77F3-DF74-4052-B426-29ED83E3E9A5}" sibTransId="{1DA8E91A-8D01-49B6-832D-9FD010132EE7}"/>
    <dgm:cxn modelId="{E6384FAE-9AF8-407E-8BBF-5C13214B6D51}" srcId="{2204E74F-1681-4B62-AB38-EECB56FC5078}" destId="{27B67814-C2A4-461E-9601-C09925B591C2}" srcOrd="0" destOrd="0" parTransId="{ED75847D-D7FC-4AC8-AF95-2561F71A5EB3}" sibTransId="{61661406-C441-4076-B3B3-EF88DD2BD41E}"/>
    <dgm:cxn modelId="{4EF103CB-FBF4-46EE-8AA2-E379FBFB5555}" type="presOf" srcId="{27B67814-C2A4-461E-9601-C09925B591C2}" destId="{C62CE9DE-7BF1-47CC-A89E-ADE358E00808}" srcOrd="0" destOrd="0" presId="urn:microsoft.com/office/officeart/2018/2/layout/IconLabelList"/>
    <dgm:cxn modelId="{77EF22D3-D9B5-409F-A8CD-368D7210B2E2}" type="presOf" srcId="{3D8CAD8A-05E6-438C-959F-B1F528B0EFF8}" destId="{1609E5BE-CD2E-4DD5-A34D-06B76BDB71DB}" srcOrd="0" destOrd="0" presId="urn:microsoft.com/office/officeart/2018/2/layout/IconLabelList"/>
    <dgm:cxn modelId="{A5857F2E-A834-4A6B-AD9A-D44E3DA76DC1}" type="presParOf" srcId="{0AF44535-2B19-4DB7-9170-E47177BADD09}" destId="{D8F5EE10-5CC4-4FC1-9EAE-C694DCDD14C0}" srcOrd="0" destOrd="0" presId="urn:microsoft.com/office/officeart/2018/2/layout/IconLabelList"/>
    <dgm:cxn modelId="{DC51607B-6A2C-49DA-9DF7-F2DD42263CE5}" type="presParOf" srcId="{D8F5EE10-5CC4-4FC1-9EAE-C694DCDD14C0}" destId="{DE7B4BCF-5CA3-4C9A-B4DD-0DA35F702B50}" srcOrd="0" destOrd="0" presId="urn:microsoft.com/office/officeart/2018/2/layout/IconLabelList"/>
    <dgm:cxn modelId="{789CB383-16E0-40F0-ADCD-1758004A41CC}" type="presParOf" srcId="{D8F5EE10-5CC4-4FC1-9EAE-C694DCDD14C0}" destId="{36D9C5FE-E8DB-4B37-AA78-A263601E4D78}" srcOrd="1" destOrd="0" presId="urn:microsoft.com/office/officeart/2018/2/layout/IconLabelList"/>
    <dgm:cxn modelId="{89281606-2B5B-41C4-9062-CA14E9518B54}" type="presParOf" srcId="{D8F5EE10-5CC4-4FC1-9EAE-C694DCDD14C0}" destId="{C62CE9DE-7BF1-47CC-A89E-ADE358E00808}" srcOrd="2" destOrd="0" presId="urn:microsoft.com/office/officeart/2018/2/layout/IconLabelList"/>
    <dgm:cxn modelId="{68FBC392-24D4-4A94-8AE3-686C8E485121}" type="presParOf" srcId="{0AF44535-2B19-4DB7-9170-E47177BADD09}" destId="{808071B7-DEEE-4B84-B0F2-C9FA33AEA33B}" srcOrd="1" destOrd="0" presId="urn:microsoft.com/office/officeart/2018/2/layout/IconLabelList"/>
    <dgm:cxn modelId="{E4CC1F2F-3DFD-4C76-8788-2615D368AC27}" type="presParOf" srcId="{0AF44535-2B19-4DB7-9170-E47177BADD09}" destId="{45C4D1AA-0790-4B20-AE83-BDFFCD64CD32}" srcOrd="2" destOrd="0" presId="urn:microsoft.com/office/officeart/2018/2/layout/IconLabelList"/>
    <dgm:cxn modelId="{2CC1529B-E912-40AA-8CAC-8DF2F4AF4424}" type="presParOf" srcId="{45C4D1AA-0790-4B20-AE83-BDFFCD64CD32}" destId="{059504FA-F27A-4EF7-82CC-A4C12A0331D5}" srcOrd="0" destOrd="0" presId="urn:microsoft.com/office/officeart/2018/2/layout/IconLabelList"/>
    <dgm:cxn modelId="{3177AD5F-D79C-40CF-9DDF-EB6897202EBE}" type="presParOf" srcId="{45C4D1AA-0790-4B20-AE83-BDFFCD64CD32}" destId="{1421213F-CE6E-4BA7-9DD6-184BF5642DB8}" srcOrd="1" destOrd="0" presId="urn:microsoft.com/office/officeart/2018/2/layout/IconLabelList"/>
    <dgm:cxn modelId="{9FB8DF3B-CEAE-478F-B69F-E53F2D7A9CCE}" type="presParOf" srcId="{45C4D1AA-0790-4B20-AE83-BDFFCD64CD32}" destId="{F0C2711E-7709-47EE-A47A-960E87AF2DD4}" srcOrd="2" destOrd="0" presId="urn:microsoft.com/office/officeart/2018/2/layout/IconLabelList"/>
    <dgm:cxn modelId="{03ED6098-4E49-43D3-9584-82647BE01A25}" type="presParOf" srcId="{0AF44535-2B19-4DB7-9170-E47177BADD09}" destId="{88725F23-2CA7-4B97-94AF-4C6259EE2FDF}" srcOrd="3" destOrd="0" presId="urn:microsoft.com/office/officeart/2018/2/layout/IconLabelList"/>
    <dgm:cxn modelId="{0A4DA482-C5E5-48E2-B088-349E801BEC2E}" type="presParOf" srcId="{0AF44535-2B19-4DB7-9170-E47177BADD09}" destId="{86D6107D-66DB-496B-843D-F94352B1AC06}" srcOrd="4" destOrd="0" presId="urn:microsoft.com/office/officeart/2018/2/layout/IconLabelList"/>
    <dgm:cxn modelId="{2D87E723-68D3-42A2-8F73-A009FABB76E9}" type="presParOf" srcId="{86D6107D-66DB-496B-843D-F94352B1AC06}" destId="{F013DD8E-1D75-4DC5-BBBE-0D37021E3BEF}" srcOrd="0" destOrd="0" presId="urn:microsoft.com/office/officeart/2018/2/layout/IconLabelList"/>
    <dgm:cxn modelId="{4A233DC0-1E57-465E-B4C3-81744400423E}" type="presParOf" srcId="{86D6107D-66DB-496B-843D-F94352B1AC06}" destId="{6DED4A69-F89F-4AF2-A037-1F4D142483D1}" srcOrd="1" destOrd="0" presId="urn:microsoft.com/office/officeart/2018/2/layout/IconLabelList"/>
    <dgm:cxn modelId="{4D6AB87A-0606-440B-B94D-5FC0C7E41A0F}" type="presParOf" srcId="{86D6107D-66DB-496B-843D-F94352B1AC06}" destId="{1609E5BE-CD2E-4DD5-A34D-06B76BDB71D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15E2AE-C5D7-461F-A4B0-3C51D366288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1FB3CEB-8EE5-4709-AA0D-199479A90B11}">
      <dgm:prSet/>
      <dgm:spPr/>
      <dgm:t>
        <a:bodyPr/>
        <a:lstStyle/>
        <a:p>
          <a:pPr>
            <a:defRPr b="1"/>
          </a:pPr>
          <a:r>
            <a:rPr lang="en-US"/>
            <a:t>Inspirado en Vulcano, dios romano del fuego y la forja.</a:t>
          </a:r>
        </a:p>
      </dgm:t>
    </dgm:pt>
    <dgm:pt modelId="{43A6C3D4-8234-423F-87BE-9B6DA26CD97A}" type="parTrans" cxnId="{8B13A806-EC51-4168-81A9-923A3BB149B9}">
      <dgm:prSet/>
      <dgm:spPr/>
      <dgm:t>
        <a:bodyPr/>
        <a:lstStyle/>
        <a:p>
          <a:endParaRPr lang="en-US"/>
        </a:p>
      </dgm:t>
    </dgm:pt>
    <dgm:pt modelId="{416AE3BC-85E6-4470-AAE0-1ED48E50B772}" type="sibTrans" cxnId="{8B13A806-EC51-4168-81A9-923A3BB149B9}">
      <dgm:prSet/>
      <dgm:spPr/>
      <dgm:t>
        <a:bodyPr/>
        <a:lstStyle/>
        <a:p>
          <a:endParaRPr lang="en-US"/>
        </a:p>
      </dgm:t>
    </dgm:pt>
    <dgm:pt modelId="{EA09D716-4974-4104-AE9D-3AE5C3E02C90}">
      <dgm:prSet/>
      <dgm:spPr/>
      <dgm:t>
        <a:bodyPr/>
        <a:lstStyle/>
        <a:p>
          <a:pPr>
            <a:defRPr b="1"/>
          </a:pPr>
          <a:r>
            <a:rPr lang="en-US"/>
            <a:t>El nombre representa:</a:t>
          </a:r>
        </a:p>
      </dgm:t>
    </dgm:pt>
    <dgm:pt modelId="{519CD571-7C95-4AEE-B161-4B88F4FD1B45}" type="parTrans" cxnId="{1C0521F8-E87B-4699-B49F-91D640E0AF20}">
      <dgm:prSet/>
      <dgm:spPr/>
      <dgm:t>
        <a:bodyPr/>
        <a:lstStyle/>
        <a:p>
          <a:endParaRPr lang="en-US"/>
        </a:p>
      </dgm:t>
    </dgm:pt>
    <dgm:pt modelId="{FB2D17B2-9612-41D2-81BD-AC0E070B6C64}" type="sibTrans" cxnId="{1C0521F8-E87B-4699-B49F-91D640E0AF20}">
      <dgm:prSet/>
      <dgm:spPr/>
      <dgm:t>
        <a:bodyPr/>
        <a:lstStyle/>
        <a:p>
          <a:endParaRPr lang="en-US"/>
        </a:p>
      </dgm:t>
    </dgm:pt>
    <dgm:pt modelId="{6BB57144-59B1-485F-81B0-12D1B0423D8F}">
      <dgm:prSet/>
      <dgm:spPr/>
      <dgm:t>
        <a:bodyPr/>
        <a:lstStyle/>
        <a:p>
          <a:r>
            <a:rPr lang="en-US"/>
            <a:t>La amenaza que se busca detectar (el fuego).</a:t>
          </a:r>
        </a:p>
      </dgm:t>
    </dgm:pt>
    <dgm:pt modelId="{EBCD4957-3A46-41B8-8D89-E58A1B07EA8D}" type="parTrans" cxnId="{EE99F10E-04D6-412D-A5CD-B831A9799FF6}">
      <dgm:prSet/>
      <dgm:spPr/>
      <dgm:t>
        <a:bodyPr/>
        <a:lstStyle/>
        <a:p>
          <a:endParaRPr lang="en-US"/>
        </a:p>
      </dgm:t>
    </dgm:pt>
    <dgm:pt modelId="{CD49C562-4D77-4A58-957B-A185ADC1D45A}" type="sibTrans" cxnId="{EE99F10E-04D6-412D-A5CD-B831A9799FF6}">
      <dgm:prSet/>
      <dgm:spPr/>
      <dgm:t>
        <a:bodyPr/>
        <a:lstStyle/>
        <a:p>
          <a:endParaRPr lang="en-US"/>
        </a:p>
      </dgm:t>
    </dgm:pt>
    <dgm:pt modelId="{9BADC506-703C-4EFA-9820-2D561838D794}">
      <dgm:prSet/>
      <dgm:spPr/>
      <dgm:t>
        <a:bodyPr/>
        <a:lstStyle/>
        <a:p>
          <a:r>
            <a:rPr lang="en-US"/>
            <a:t>La resistencia y capacidad tecnológica del satélite.</a:t>
          </a:r>
        </a:p>
      </dgm:t>
    </dgm:pt>
    <dgm:pt modelId="{56098FAC-FCC6-4C91-B075-F48B57DF1F95}" type="parTrans" cxnId="{12945EBB-0DB1-4418-A272-32BF28C237B3}">
      <dgm:prSet/>
      <dgm:spPr/>
      <dgm:t>
        <a:bodyPr/>
        <a:lstStyle/>
        <a:p>
          <a:endParaRPr lang="en-US"/>
        </a:p>
      </dgm:t>
    </dgm:pt>
    <dgm:pt modelId="{A35073CC-D0D7-4272-B8C1-FD3E7ADD39DC}" type="sibTrans" cxnId="{12945EBB-0DB1-4418-A272-32BF28C237B3}">
      <dgm:prSet/>
      <dgm:spPr/>
      <dgm:t>
        <a:bodyPr/>
        <a:lstStyle/>
        <a:p>
          <a:endParaRPr lang="en-US"/>
        </a:p>
      </dgm:t>
    </dgm:pt>
    <dgm:pt modelId="{07771D85-F81C-4736-ABB0-F297B88B4CF6}" type="pres">
      <dgm:prSet presAssocID="{3115E2AE-C5D7-461F-A4B0-3C51D366288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A8F7B75-4146-4D65-A4B5-B298BCE85F67}" type="pres">
      <dgm:prSet presAssocID="{E1FB3CEB-8EE5-4709-AA0D-199479A90B11}" presName="hierRoot1" presStyleCnt="0"/>
      <dgm:spPr/>
    </dgm:pt>
    <dgm:pt modelId="{685FF426-4EEC-4751-9829-8EF21822F658}" type="pres">
      <dgm:prSet presAssocID="{E1FB3CEB-8EE5-4709-AA0D-199479A90B11}" presName="composite" presStyleCnt="0"/>
      <dgm:spPr/>
    </dgm:pt>
    <dgm:pt modelId="{0AF2B169-79FB-4C3A-AE77-DD3665E81687}" type="pres">
      <dgm:prSet presAssocID="{E1FB3CEB-8EE5-4709-AA0D-199479A90B11}" presName="background" presStyleLbl="node0" presStyleIdx="0" presStyleCnt="2"/>
      <dgm:spPr/>
    </dgm:pt>
    <dgm:pt modelId="{8FF15565-39B9-426F-BED5-905BD0F21F31}" type="pres">
      <dgm:prSet presAssocID="{E1FB3CEB-8EE5-4709-AA0D-199479A90B11}" presName="text" presStyleLbl="fgAcc0" presStyleIdx="0" presStyleCnt="2">
        <dgm:presLayoutVars>
          <dgm:chPref val="3"/>
        </dgm:presLayoutVars>
      </dgm:prSet>
      <dgm:spPr/>
    </dgm:pt>
    <dgm:pt modelId="{F342FADE-7994-44DB-8A98-EB45EFF7865E}" type="pres">
      <dgm:prSet presAssocID="{E1FB3CEB-8EE5-4709-AA0D-199479A90B11}" presName="hierChild2" presStyleCnt="0"/>
      <dgm:spPr/>
    </dgm:pt>
    <dgm:pt modelId="{5FF9F8EA-28BA-4892-A291-749D122B225C}" type="pres">
      <dgm:prSet presAssocID="{EA09D716-4974-4104-AE9D-3AE5C3E02C90}" presName="hierRoot1" presStyleCnt="0"/>
      <dgm:spPr/>
    </dgm:pt>
    <dgm:pt modelId="{A6D82141-A902-476C-9B4F-B0AE3E335255}" type="pres">
      <dgm:prSet presAssocID="{EA09D716-4974-4104-AE9D-3AE5C3E02C90}" presName="composite" presStyleCnt="0"/>
      <dgm:spPr/>
    </dgm:pt>
    <dgm:pt modelId="{8C1023EC-B4A3-4D53-A2DD-A3ED49D2CDDF}" type="pres">
      <dgm:prSet presAssocID="{EA09D716-4974-4104-AE9D-3AE5C3E02C90}" presName="background" presStyleLbl="node0" presStyleIdx="1" presStyleCnt="2"/>
      <dgm:spPr/>
    </dgm:pt>
    <dgm:pt modelId="{2E84AF5E-2826-4165-B015-E8E5E891E040}" type="pres">
      <dgm:prSet presAssocID="{EA09D716-4974-4104-AE9D-3AE5C3E02C90}" presName="text" presStyleLbl="fgAcc0" presStyleIdx="1" presStyleCnt="2">
        <dgm:presLayoutVars>
          <dgm:chPref val="3"/>
        </dgm:presLayoutVars>
      </dgm:prSet>
      <dgm:spPr/>
    </dgm:pt>
    <dgm:pt modelId="{CC28E57E-9E45-49BF-AC55-1C3CD9EC4F3E}" type="pres">
      <dgm:prSet presAssocID="{EA09D716-4974-4104-AE9D-3AE5C3E02C90}" presName="hierChild2" presStyleCnt="0"/>
      <dgm:spPr/>
    </dgm:pt>
    <dgm:pt modelId="{88787C48-056A-418B-A74C-0A1573A71B7C}" type="pres">
      <dgm:prSet presAssocID="{EBCD4957-3A46-41B8-8D89-E58A1B07EA8D}" presName="Name10" presStyleLbl="parChTrans1D2" presStyleIdx="0" presStyleCnt="2"/>
      <dgm:spPr/>
    </dgm:pt>
    <dgm:pt modelId="{B53FCFD8-12D9-4772-A4BE-0D9F0B996D58}" type="pres">
      <dgm:prSet presAssocID="{6BB57144-59B1-485F-81B0-12D1B0423D8F}" presName="hierRoot2" presStyleCnt="0"/>
      <dgm:spPr/>
    </dgm:pt>
    <dgm:pt modelId="{8A1EACE3-31FB-4069-9205-DE51C79BF82A}" type="pres">
      <dgm:prSet presAssocID="{6BB57144-59B1-485F-81B0-12D1B0423D8F}" presName="composite2" presStyleCnt="0"/>
      <dgm:spPr/>
    </dgm:pt>
    <dgm:pt modelId="{2DDB3EE6-07FA-42B1-BEB0-908C90FC267D}" type="pres">
      <dgm:prSet presAssocID="{6BB57144-59B1-485F-81B0-12D1B0423D8F}" presName="background2" presStyleLbl="node2" presStyleIdx="0" presStyleCnt="2"/>
      <dgm:spPr/>
    </dgm:pt>
    <dgm:pt modelId="{E5712EF3-B3A1-48E8-B814-981A9D7D7730}" type="pres">
      <dgm:prSet presAssocID="{6BB57144-59B1-485F-81B0-12D1B0423D8F}" presName="text2" presStyleLbl="fgAcc2" presStyleIdx="0" presStyleCnt="2">
        <dgm:presLayoutVars>
          <dgm:chPref val="3"/>
        </dgm:presLayoutVars>
      </dgm:prSet>
      <dgm:spPr/>
    </dgm:pt>
    <dgm:pt modelId="{FC973963-92C2-41E5-8946-41325C4CA598}" type="pres">
      <dgm:prSet presAssocID="{6BB57144-59B1-485F-81B0-12D1B0423D8F}" presName="hierChild3" presStyleCnt="0"/>
      <dgm:spPr/>
    </dgm:pt>
    <dgm:pt modelId="{A3986878-420D-430C-940F-B2ED72DFCC8F}" type="pres">
      <dgm:prSet presAssocID="{56098FAC-FCC6-4C91-B075-F48B57DF1F95}" presName="Name10" presStyleLbl="parChTrans1D2" presStyleIdx="1" presStyleCnt="2"/>
      <dgm:spPr/>
    </dgm:pt>
    <dgm:pt modelId="{1C95A042-DE50-4E5B-A157-57EF98D55D7A}" type="pres">
      <dgm:prSet presAssocID="{9BADC506-703C-4EFA-9820-2D561838D794}" presName="hierRoot2" presStyleCnt="0"/>
      <dgm:spPr/>
    </dgm:pt>
    <dgm:pt modelId="{9A83A062-ED6F-4436-9CAB-5C497877F78C}" type="pres">
      <dgm:prSet presAssocID="{9BADC506-703C-4EFA-9820-2D561838D794}" presName="composite2" presStyleCnt="0"/>
      <dgm:spPr/>
    </dgm:pt>
    <dgm:pt modelId="{345B3B00-13E7-4E7A-9F8D-32D7D5E9DFEA}" type="pres">
      <dgm:prSet presAssocID="{9BADC506-703C-4EFA-9820-2D561838D794}" presName="background2" presStyleLbl="node2" presStyleIdx="1" presStyleCnt="2"/>
      <dgm:spPr/>
    </dgm:pt>
    <dgm:pt modelId="{61462A6B-2A1F-48B0-A4C3-6086EFC99BC9}" type="pres">
      <dgm:prSet presAssocID="{9BADC506-703C-4EFA-9820-2D561838D794}" presName="text2" presStyleLbl="fgAcc2" presStyleIdx="1" presStyleCnt="2">
        <dgm:presLayoutVars>
          <dgm:chPref val="3"/>
        </dgm:presLayoutVars>
      </dgm:prSet>
      <dgm:spPr/>
    </dgm:pt>
    <dgm:pt modelId="{E7B6D7D2-FD0A-46EA-A818-90F9854EFDF4}" type="pres">
      <dgm:prSet presAssocID="{9BADC506-703C-4EFA-9820-2D561838D794}" presName="hierChild3" presStyleCnt="0"/>
      <dgm:spPr/>
    </dgm:pt>
  </dgm:ptLst>
  <dgm:cxnLst>
    <dgm:cxn modelId="{8B13A806-EC51-4168-81A9-923A3BB149B9}" srcId="{3115E2AE-C5D7-461F-A4B0-3C51D3662889}" destId="{E1FB3CEB-8EE5-4709-AA0D-199479A90B11}" srcOrd="0" destOrd="0" parTransId="{43A6C3D4-8234-423F-87BE-9B6DA26CD97A}" sibTransId="{416AE3BC-85E6-4470-AAE0-1ED48E50B772}"/>
    <dgm:cxn modelId="{EE99F10E-04D6-412D-A5CD-B831A9799FF6}" srcId="{EA09D716-4974-4104-AE9D-3AE5C3E02C90}" destId="{6BB57144-59B1-485F-81B0-12D1B0423D8F}" srcOrd="0" destOrd="0" parTransId="{EBCD4957-3A46-41B8-8D89-E58A1B07EA8D}" sibTransId="{CD49C562-4D77-4A58-957B-A185ADC1D45A}"/>
    <dgm:cxn modelId="{3C10AC28-EA22-4B68-8B54-BAB5CD1056D0}" type="presOf" srcId="{EA09D716-4974-4104-AE9D-3AE5C3E02C90}" destId="{2E84AF5E-2826-4165-B015-E8E5E891E040}" srcOrd="0" destOrd="0" presId="urn:microsoft.com/office/officeart/2005/8/layout/hierarchy1"/>
    <dgm:cxn modelId="{02CE5080-2494-4389-8D52-D1AD9D41780C}" type="presOf" srcId="{6BB57144-59B1-485F-81B0-12D1B0423D8F}" destId="{E5712EF3-B3A1-48E8-B814-981A9D7D7730}" srcOrd="0" destOrd="0" presId="urn:microsoft.com/office/officeart/2005/8/layout/hierarchy1"/>
    <dgm:cxn modelId="{1B21AF9E-88FC-41BD-BA49-CF6E9078ECFC}" type="presOf" srcId="{9BADC506-703C-4EFA-9820-2D561838D794}" destId="{61462A6B-2A1F-48B0-A4C3-6086EFC99BC9}" srcOrd="0" destOrd="0" presId="urn:microsoft.com/office/officeart/2005/8/layout/hierarchy1"/>
    <dgm:cxn modelId="{E2D378A4-404A-40D0-AF51-C0535915AE51}" type="presOf" srcId="{EBCD4957-3A46-41B8-8D89-E58A1B07EA8D}" destId="{88787C48-056A-418B-A74C-0A1573A71B7C}" srcOrd="0" destOrd="0" presId="urn:microsoft.com/office/officeart/2005/8/layout/hierarchy1"/>
    <dgm:cxn modelId="{35912DA9-2F56-44A3-B572-0E7A2D0CE988}" type="presOf" srcId="{56098FAC-FCC6-4C91-B075-F48B57DF1F95}" destId="{A3986878-420D-430C-940F-B2ED72DFCC8F}" srcOrd="0" destOrd="0" presId="urn:microsoft.com/office/officeart/2005/8/layout/hierarchy1"/>
    <dgm:cxn modelId="{228880A9-AD78-4DFE-BA7C-7B0161DFFBD0}" type="presOf" srcId="{3115E2AE-C5D7-461F-A4B0-3C51D3662889}" destId="{07771D85-F81C-4736-ABB0-F297B88B4CF6}" srcOrd="0" destOrd="0" presId="urn:microsoft.com/office/officeart/2005/8/layout/hierarchy1"/>
    <dgm:cxn modelId="{12945EBB-0DB1-4418-A272-32BF28C237B3}" srcId="{EA09D716-4974-4104-AE9D-3AE5C3E02C90}" destId="{9BADC506-703C-4EFA-9820-2D561838D794}" srcOrd="1" destOrd="0" parTransId="{56098FAC-FCC6-4C91-B075-F48B57DF1F95}" sibTransId="{A35073CC-D0D7-4272-B8C1-FD3E7ADD39DC}"/>
    <dgm:cxn modelId="{53773EF5-B53C-45A5-A9AC-D6FDC3F84190}" type="presOf" srcId="{E1FB3CEB-8EE5-4709-AA0D-199479A90B11}" destId="{8FF15565-39B9-426F-BED5-905BD0F21F31}" srcOrd="0" destOrd="0" presId="urn:microsoft.com/office/officeart/2005/8/layout/hierarchy1"/>
    <dgm:cxn modelId="{1C0521F8-E87B-4699-B49F-91D640E0AF20}" srcId="{3115E2AE-C5D7-461F-A4B0-3C51D3662889}" destId="{EA09D716-4974-4104-AE9D-3AE5C3E02C90}" srcOrd="1" destOrd="0" parTransId="{519CD571-7C95-4AEE-B161-4B88F4FD1B45}" sibTransId="{FB2D17B2-9612-41D2-81BD-AC0E070B6C64}"/>
    <dgm:cxn modelId="{52729960-F08C-43E1-AB3E-BF100A74C507}" type="presParOf" srcId="{07771D85-F81C-4736-ABB0-F297B88B4CF6}" destId="{2A8F7B75-4146-4D65-A4B5-B298BCE85F67}" srcOrd="0" destOrd="0" presId="urn:microsoft.com/office/officeart/2005/8/layout/hierarchy1"/>
    <dgm:cxn modelId="{BC4E12CC-0398-47B3-B1DE-9BBB84D7EBBD}" type="presParOf" srcId="{2A8F7B75-4146-4D65-A4B5-B298BCE85F67}" destId="{685FF426-4EEC-4751-9829-8EF21822F658}" srcOrd="0" destOrd="0" presId="urn:microsoft.com/office/officeart/2005/8/layout/hierarchy1"/>
    <dgm:cxn modelId="{9B618DD7-3867-4836-9110-F8053D0588C7}" type="presParOf" srcId="{685FF426-4EEC-4751-9829-8EF21822F658}" destId="{0AF2B169-79FB-4C3A-AE77-DD3665E81687}" srcOrd="0" destOrd="0" presId="urn:microsoft.com/office/officeart/2005/8/layout/hierarchy1"/>
    <dgm:cxn modelId="{9239E329-43E4-4DAC-81B4-9B9F3E3C333F}" type="presParOf" srcId="{685FF426-4EEC-4751-9829-8EF21822F658}" destId="{8FF15565-39B9-426F-BED5-905BD0F21F31}" srcOrd="1" destOrd="0" presId="urn:microsoft.com/office/officeart/2005/8/layout/hierarchy1"/>
    <dgm:cxn modelId="{4AAB9C50-926A-43C2-91AC-EF8FEF9CCCFC}" type="presParOf" srcId="{2A8F7B75-4146-4D65-A4B5-B298BCE85F67}" destId="{F342FADE-7994-44DB-8A98-EB45EFF7865E}" srcOrd="1" destOrd="0" presId="urn:microsoft.com/office/officeart/2005/8/layout/hierarchy1"/>
    <dgm:cxn modelId="{3EF8982E-A154-4794-AB60-EDEF1F12D4EE}" type="presParOf" srcId="{07771D85-F81C-4736-ABB0-F297B88B4CF6}" destId="{5FF9F8EA-28BA-4892-A291-749D122B225C}" srcOrd="1" destOrd="0" presId="urn:microsoft.com/office/officeart/2005/8/layout/hierarchy1"/>
    <dgm:cxn modelId="{5DEB2A37-475C-4AD0-96F9-C92384654DC6}" type="presParOf" srcId="{5FF9F8EA-28BA-4892-A291-749D122B225C}" destId="{A6D82141-A902-476C-9B4F-B0AE3E335255}" srcOrd="0" destOrd="0" presId="urn:microsoft.com/office/officeart/2005/8/layout/hierarchy1"/>
    <dgm:cxn modelId="{5AD77782-B0CE-4D40-8F81-B04F1416AFE2}" type="presParOf" srcId="{A6D82141-A902-476C-9B4F-B0AE3E335255}" destId="{8C1023EC-B4A3-4D53-A2DD-A3ED49D2CDDF}" srcOrd="0" destOrd="0" presId="urn:microsoft.com/office/officeart/2005/8/layout/hierarchy1"/>
    <dgm:cxn modelId="{008095DD-9FB1-4391-AD77-3B6C58D7C2FA}" type="presParOf" srcId="{A6D82141-A902-476C-9B4F-B0AE3E335255}" destId="{2E84AF5E-2826-4165-B015-E8E5E891E040}" srcOrd="1" destOrd="0" presId="urn:microsoft.com/office/officeart/2005/8/layout/hierarchy1"/>
    <dgm:cxn modelId="{4113C06D-3BE3-4E0F-B432-85D7333C85DF}" type="presParOf" srcId="{5FF9F8EA-28BA-4892-A291-749D122B225C}" destId="{CC28E57E-9E45-49BF-AC55-1C3CD9EC4F3E}" srcOrd="1" destOrd="0" presId="urn:microsoft.com/office/officeart/2005/8/layout/hierarchy1"/>
    <dgm:cxn modelId="{C9CF6983-2E41-41B2-974C-4862CE4C94B5}" type="presParOf" srcId="{CC28E57E-9E45-49BF-AC55-1C3CD9EC4F3E}" destId="{88787C48-056A-418B-A74C-0A1573A71B7C}" srcOrd="0" destOrd="0" presId="urn:microsoft.com/office/officeart/2005/8/layout/hierarchy1"/>
    <dgm:cxn modelId="{F406B6D0-3731-4E06-ACB8-D451DA465838}" type="presParOf" srcId="{CC28E57E-9E45-49BF-AC55-1C3CD9EC4F3E}" destId="{B53FCFD8-12D9-4772-A4BE-0D9F0B996D58}" srcOrd="1" destOrd="0" presId="urn:microsoft.com/office/officeart/2005/8/layout/hierarchy1"/>
    <dgm:cxn modelId="{BFED83C3-6F2D-468E-AE1B-DE6425CF795A}" type="presParOf" srcId="{B53FCFD8-12D9-4772-A4BE-0D9F0B996D58}" destId="{8A1EACE3-31FB-4069-9205-DE51C79BF82A}" srcOrd="0" destOrd="0" presId="urn:microsoft.com/office/officeart/2005/8/layout/hierarchy1"/>
    <dgm:cxn modelId="{78154629-8021-4FD2-8B60-C10FCCC9E887}" type="presParOf" srcId="{8A1EACE3-31FB-4069-9205-DE51C79BF82A}" destId="{2DDB3EE6-07FA-42B1-BEB0-908C90FC267D}" srcOrd="0" destOrd="0" presId="urn:microsoft.com/office/officeart/2005/8/layout/hierarchy1"/>
    <dgm:cxn modelId="{E2A6A725-0CF1-421E-A90F-5F69395526D8}" type="presParOf" srcId="{8A1EACE3-31FB-4069-9205-DE51C79BF82A}" destId="{E5712EF3-B3A1-48E8-B814-981A9D7D7730}" srcOrd="1" destOrd="0" presId="urn:microsoft.com/office/officeart/2005/8/layout/hierarchy1"/>
    <dgm:cxn modelId="{708664AA-0419-4B27-BB71-FE9ED9CEE990}" type="presParOf" srcId="{B53FCFD8-12D9-4772-A4BE-0D9F0B996D58}" destId="{FC973963-92C2-41E5-8946-41325C4CA598}" srcOrd="1" destOrd="0" presId="urn:microsoft.com/office/officeart/2005/8/layout/hierarchy1"/>
    <dgm:cxn modelId="{97399447-ACC2-435F-B8F9-DA71186852D4}" type="presParOf" srcId="{CC28E57E-9E45-49BF-AC55-1C3CD9EC4F3E}" destId="{A3986878-420D-430C-940F-B2ED72DFCC8F}" srcOrd="2" destOrd="0" presId="urn:microsoft.com/office/officeart/2005/8/layout/hierarchy1"/>
    <dgm:cxn modelId="{F66F8719-6D72-47E9-8B4F-9E6E87D1FB52}" type="presParOf" srcId="{CC28E57E-9E45-49BF-AC55-1C3CD9EC4F3E}" destId="{1C95A042-DE50-4E5B-A157-57EF98D55D7A}" srcOrd="3" destOrd="0" presId="urn:microsoft.com/office/officeart/2005/8/layout/hierarchy1"/>
    <dgm:cxn modelId="{7C0DE861-3697-4128-BE0B-840CCA72783B}" type="presParOf" srcId="{1C95A042-DE50-4E5B-A157-57EF98D55D7A}" destId="{9A83A062-ED6F-4436-9CAB-5C497877F78C}" srcOrd="0" destOrd="0" presId="urn:microsoft.com/office/officeart/2005/8/layout/hierarchy1"/>
    <dgm:cxn modelId="{57E35053-865C-4156-AA1E-35D3F4D1FDAD}" type="presParOf" srcId="{9A83A062-ED6F-4436-9CAB-5C497877F78C}" destId="{345B3B00-13E7-4E7A-9F8D-32D7D5E9DFEA}" srcOrd="0" destOrd="0" presId="urn:microsoft.com/office/officeart/2005/8/layout/hierarchy1"/>
    <dgm:cxn modelId="{84FA3630-9398-4560-BC39-AE7FF882F05C}" type="presParOf" srcId="{9A83A062-ED6F-4436-9CAB-5C497877F78C}" destId="{61462A6B-2A1F-48B0-A4C3-6086EFC99BC9}" srcOrd="1" destOrd="0" presId="urn:microsoft.com/office/officeart/2005/8/layout/hierarchy1"/>
    <dgm:cxn modelId="{598A3A9B-26B9-4C08-B851-364ED321F93D}" type="presParOf" srcId="{1C95A042-DE50-4E5B-A157-57EF98D55D7A}" destId="{E7B6D7D2-FD0A-46EA-A818-90F9854EFDF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6D335E5-1257-423B-86AD-3F1D37BA913D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1FCE4BF-6C9F-4666-BD8C-3D64E026D3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El CubeSat </a:t>
          </a:r>
          <a:r>
            <a:rPr lang="es-ES"/>
            <a:t>3</a:t>
          </a:r>
          <a:r>
            <a:rPr lang="en-US"/>
            <a:t>U tiene espacio limitado para paneles solares.</a:t>
          </a:r>
        </a:p>
      </dgm:t>
    </dgm:pt>
    <dgm:pt modelId="{42982698-015D-4CFB-8C9A-B73F669CD225}" type="parTrans" cxnId="{024BCDAB-4AA9-43FF-B5D9-F0D2E453F258}">
      <dgm:prSet/>
      <dgm:spPr/>
      <dgm:t>
        <a:bodyPr/>
        <a:lstStyle/>
        <a:p>
          <a:endParaRPr lang="en-US"/>
        </a:p>
      </dgm:t>
    </dgm:pt>
    <dgm:pt modelId="{B733475C-9FD7-4B8F-AB94-57406FD73A1E}" type="sibTrans" cxnId="{024BCDAB-4AA9-43FF-B5D9-F0D2E453F258}">
      <dgm:prSet/>
      <dgm:spPr/>
      <dgm:t>
        <a:bodyPr/>
        <a:lstStyle/>
        <a:p>
          <a:endParaRPr lang="en-US"/>
        </a:p>
      </dgm:t>
    </dgm:pt>
    <dgm:pt modelId="{984C8F05-31EF-4CB9-8973-C3BABA33FCC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El sensor térmico y el transmisor de alta potencia consumen mucha energía.</a:t>
          </a:r>
        </a:p>
      </dgm:t>
    </dgm:pt>
    <dgm:pt modelId="{23548D57-5C40-4549-97FC-6F848910EBB8}" type="parTrans" cxnId="{55AAA7C4-EB18-4038-AC14-52C1079002AA}">
      <dgm:prSet/>
      <dgm:spPr/>
      <dgm:t>
        <a:bodyPr/>
        <a:lstStyle/>
        <a:p>
          <a:endParaRPr lang="en-US"/>
        </a:p>
      </dgm:t>
    </dgm:pt>
    <dgm:pt modelId="{2DDD6D3C-24FB-4567-B940-896631A3095E}" type="sibTrans" cxnId="{55AAA7C4-EB18-4038-AC14-52C1079002AA}">
      <dgm:prSet/>
      <dgm:spPr/>
      <dgm:t>
        <a:bodyPr/>
        <a:lstStyle/>
        <a:p>
          <a:endParaRPr lang="en-US"/>
        </a:p>
      </dgm:t>
    </dgm:pt>
    <dgm:pt modelId="{8287F2B4-97BA-4504-AA92-F0B11D7F73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 requiere una gestión energética muy eficiente.</a:t>
          </a:r>
        </a:p>
      </dgm:t>
    </dgm:pt>
    <dgm:pt modelId="{3131F997-792C-4E19-B278-DE944B744FD3}" type="parTrans" cxnId="{2CD6A255-910C-4BA2-AF82-7E68DB3A739C}">
      <dgm:prSet/>
      <dgm:spPr/>
      <dgm:t>
        <a:bodyPr/>
        <a:lstStyle/>
        <a:p>
          <a:endParaRPr lang="en-US"/>
        </a:p>
      </dgm:t>
    </dgm:pt>
    <dgm:pt modelId="{44F3BBB7-E81D-4861-AB11-160F378F303E}" type="sibTrans" cxnId="{2CD6A255-910C-4BA2-AF82-7E68DB3A739C}">
      <dgm:prSet/>
      <dgm:spPr/>
      <dgm:t>
        <a:bodyPr/>
        <a:lstStyle/>
        <a:p>
          <a:endParaRPr lang="en-US"/>
        </a:p>
      </dgm:t>
    </dgm:pt>
    <dgm:pt modelId="{0AFC9BAE-9BCC-4481-9489-F6170433649F}" type="pres">
      <dgm:prSet presAssocID="{D6D335E5-1257-423B-86AD-3F1D37BA913D}" presName="root" presStyleCnt="0">
        <dgm:presLayoutVars>
          <dgm:dir/>
          <dgm:resizeHandles val="exact"/>
        </dgm:presLayoutVars>
      </dgm:prSet>
      <dgm:spPr/>
    </dgm:pt>
    <dgm:pt modelId="{673ADFBB-B98F-41CB-976F-22CBC9A09EAE}" type="pres">
      <dgm:prSet presAssocID="{01FCE4BF-6C9F-4666-BD8C-3D64E026D3F8}" presName="compNode" presStyleCnt="0"/>
      <dgm:spPr/>
    </dgm:pt>
    <dgm:pt modelId="{833E5A32-92F7-408A-A7A0-71196D590C8A}" type="pres">
      <dgm:prSet presAssocID="{01FCE4BF-6C9F-4666-BD8C-3D64E026D3F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olar system"/>
        </a:ext>
      </dgm:extLst>
    </dgm:pt>
    <dgm:pt modelId="{399B356B-3B40-4155-9EBC-384CFEC59701}" type="pres">
      <dgm:prSet presAssocID="{01FCE4BF-6C9F-4666-BD8C-3D64E026D3F8}" presName="spaceRect" presStyleCnt="0"/>
      <dgm:spPr/>
    </dgm:pt>
    <dgm:pt modelId="{3F491CDC-5D11-4D68-8636-F7FE794BCE1C}" type="pres">
      <dgm:prSet presAssocID="{01FCE4BF-6C9F-4666-BD8C-3D64E026D3F8}" presName="textRect" presStyleLbl="revTx" presStyleIdx="0" presStyleCnt="3">
        <dgm:presLayoutVars>
          <dgm:chMax val="1"/>
          <dgm:chPref val="1"/>
        </dgm:presLayoutVars>
      </dgm:prSet>
      <dgm:spPr/>
    </dgm:pt>
    <dgm:pt modelId="{47A001E0-CD80-4830-B389-4E459552128A}" type="pres">
      <dgm:prSet presAssocID="{B733475C-9FD7-4B8F-AB94-57406FD73A1E}" presName="sibTrans" presStyleCnt="0"/>
      <dgm:spPr/>
    </dgm:pt>
    <dgm:pt modelId="{6FB75F3D-6868-4834-8368-AEC3AA9339D4}" type="pres">
      <dgm:prSet presAssocID="{984C8F05-31EF-4CB9-8973-C3BABA33FCC5}" presName="compNode" presStyleCnt="0"/>
      <dgm:spPr/>
    </dgm:pt>
    <dgm:pt modelId="{33E6E310-8132-40D7-9932-A09C591077A4}" type="pres">
      <dgm:prSet presAssocID="{984C8F05-31EF-4CB9-8973-C3BABA33FCC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rmómetro"/>
        </a:ext>
      </dgm:extLst>
    </dgm:pt>
    <dgm:pt modelId="{14C6AD5D-E37F-45EE-99E8-4A2E7378FF0B}" type="pres">
      <dgm:prSet presAssocID="{984C8F05-31EF-4CB9-8973-C3BABA33FCC5}" presName="spaceRect" presStyleCnt="0"/>
      <dgm:spPr/>
    </dgm:pt>
    <dgm:pt modelId="{C42C2E13-E594-4AD8-8A66-E8EB7EEBDC9C}" type="pres">
      <dgm:prSet presAssocID="{984C8F05-31EF-4CB9-8973-C3BABA33FCC5}" presName="textRect" presStyleLbl="revTx" presStyleIdx="1" presStyleCnt="3">
        <dgm:presLayoutVars>
          <dgm:chMax val="1"/>
          <dgm:chPref val="1"/>
        </dgm:presLayoutVars>
      </dgm:prSet>
      <dgm:spPr/>
    </dgm:pt>
    <dgm:pt modelId="{A8449704-6956-4E1D-B273-7A19BD186B47}" type="pres">
      <dgm:prSet presAssocID="{2DDD6D3C-24FB-4567-B940-896631A3095E}" presName="sibTrans" presStyleCnt="0"/>
      <dgm:spPr/>
    </dgm:pt>
    <dgm:pt modelId="{0D298C1F-BA57-4F40-9919-D383E0282ECB}" type="pres">
      <dgm:prSet presAssocID="{8287F2B4-97BA-4504-AA92-F0B11D7F734B}" presName="compNode" presStyleCnt="0"/>
      <dgm:spPr/>
    </dgm:pt>
    <dgm:pt modelId="{CCD63567-031B-4908-A478-FD0F81090BBE}" type="pres">
      <dgm:prSet presAssocID="{8287F2B4-97BA-4504-AA92-F0B11D7F734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mbilla"/>
        </a:ext>
      </dgm:extLst>
    </dgm:pt>
    <dgm:pt modelId="{2AA37557-C675-4430-9F8F-6EF2A5CF234A}" type="pres">
      <dgm:prSet presAssocID="{8287F2B4-97BA-4504-AA92-F0B11D7F734B}" presName="spaceRect" presStyleCnt="0"/>
      <dgm:spPr/>
    </dgm:pt>
    <dgm:pt modelId="{B63D739C-15F3-4C9F-ADF3-6A52D7ABC115}" type="pres">
      <dgm:prSet presAssocID="{8287F2B4-97BA-4504-AA92-F0B11D7F734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3C0E211-3760-4DBB-A6F7-83814EB33456}" type="presOf" srcId="{8287F2B4-97BA-4504-AA92-F0B11D7F734B}" destId="{B63D739C-15F3-4C9F-ADF3-6A52D7ABC115}" srcOrd="0" destOrd="0" presId="urn:microsoft.com/office/officeart/2018/2/layout/IconLabelList"/>
    <dgm:cxn modelId="{2CD6A255-910C-4BA2-AF82-7E68DB3A739C}" srcId="{D6D335E5-1257-423B-86AD-3F1D37BA913D}" destId="{8287F2B4-97BA-4504-AA92-F0B11D7F734B}" srcOrd="2" destOrd="0" parTransId="{3131F997-792C-4E19-B278-DE944B744FD3}" sibTransId="{44F3BBB7-E81D-4861-AB11-160F378F303E}"/>
    <dgm:cxn modelId="{024BCDAB-4AA9-43FF-B5D9-F0D2E453F258}" srcId="{D6D335E5-1257-423B-86AD-3F1D37BA913D}" destId="{01FCE4BF-6C9F-4666-BD8C-3D64E026D3F8}" srcOrd="0" destOrd="0" parTransId="{42982698-015D-4CFB-8C9A-B73F669CD225}" sibTransId="{B733475C-9FD7-4B8F-AB94-57406FD73A1E}"/>
    <dgm:cxn modelId="{826F65B5-4DB1-40E2-BEB6-344E9A2BA89E}" type="presOf" srcId="{D6D335E5-1257-423B-86AD-3F1D37BA913D}" destId="{0AFC9BAE-9BCC-4481-9489-F6170433649F}" srcOrd="0" destOrd="0" presId="urn:microsoft.com/office/officeart/2018/2/layout/IconLabelList"/>
    <dgm:cxn modelId="{7A4F3FC2-3FB3-44AC-9C34-82C266FD5D80}" type="presOf" srcId="{01FCE4BF-6C9F-4666-BD8C-3D64E026D3F8}" destId="{3F491CDC-5D11-4D68-8636-F7FE794BCE1C}" srcOrd="0" destOrd="0" presId="urn:microsoft.com/office/officeart/2018/2/layout/IconLabelList"/>
    <dgm:cxn modelId="{55AAA7C4-EB18-4038-AC14-52C1079002AA}" srcId="{D6D335E5-1257-423B-86AD-3F1D37BA913D}" destId="{984C8F05-31EF-4CB9-8973-C3BABA33FCC5}" srcOrd="1" destOrd="0" parTransId="{23548D57-5C40-4549-97FC-6F848910EBB8}" sibTransId="{2DDD6D3C-24FB-4567-B940-896631A3095E}"/>
    <dgm:cxn modelId="{B0581FDC-C3E6-4996-AE14-21C4B4F1AC69}" type="presOf" srcId="{984C8F05-31EF-4CB9-8973-C3BABA33FCC5}" destId="{C42C2E13-E594-4AD8-8A66-E8EB7EEBDC9C}" srcOrd="0" destOrd="0" presId="urn:microsoft.com/office/officeart/2018/2/layout/IconLabelList"/>
    <dgm:cxn modelId="{6678F105-3746-40AE-9ED7-CF9EB72820F5}" type="presParOf" srcId="{0AFC9BAE-9BCC-4481-9489-F6170433649F}" destId="{673ADFBB-B98F-41CB-976F-22CBC9A09EAE}" srcOrd="0" destOrd="0" presId="urn:microsoft.com/office/officeart/2018/2/layout/IconLabelList"/>
    <dgm:cxn modelId="{BD3C52B9-C708-4794-9997-A4DBDE3DEBE4}" type="presParOf" srcId="{673ADFBB-B98F-41CB-976F-22CBC9A09EAE}" destId="{833E5A32-92F7-408A-A7A0-71196D590C8A}" srcOrd="0" destOrd="0" presId="urn:microsoft.com/office/officeart/2018/2/layout/IconLabelList"/>
    <dgm:cxn modelId="{DC663691-32C6-461F-8431-97384F727FFC}" type="presParOf" srcId="{673ADFBB-B98F-41CB-976F-22CBC9A09EAE}" destId="{399B356B-3B40-4155-9EBC-384CFEC59701}" srcOrd="1" destOrd="0" presId="urn:microsoft.com/office/officeart/2018/2/layout/IconLabelList"/>
    <dgm:cxn modelId="{EA92BFD0-BC20-467A-9A53-E51D8F3C4B4A}" type="presParOf" srcId="{673ADFBB-B98F-41CB-976F-22CBC9A09EAE}" destId="{3F491CDC-5D11-4D68-8636-F7FE794BCE1C}" srcOrd="2" destOrd="0" presId="urn:microsoft.com/office/officeart/2018/2/layout/IconLabelList"/>
    <dgm:cxn modelId="{D2E4FF36-CA57-432E-84C1-4167D93FC657}" type="presParOf" srcId="{0AFC9BAE-9BCC-4481-9489-F6170433649F}" destId="{47A001E0-CD80-4830-B389-4E459552128A}" srcOrd="1" destOrd="0" presId="urn:microsoft.com/office/officeart/2018/2/layout/IconLabelList"/>
    <dgm:cxn modelId="{43514F29-307F-489A-BBFD-6A3DF6C9891F}" type="presParOf" srcId="{0AFC9BAE-9BCC-4481-9489-F6170433649F}" destId="{6FB75F3D-6868-4834-8368-AEC3AA9339D4}" srcOrd="2" destOrd="0" presId="urn:microsoft.com/office/officeart/2018/2/layout/IconLabelList"/>
    <dgm:cxn modelId="{F9B6E746-A9B5-4846-A7EA-993A7E78457B}" type="presParOf" srcId="{6FB75F3D-6868-4834-8368-AEC3AA9339D4}" destId="{33E6E310-8132-40D7-9932-A09C591077A4}" srcOrd="0" destOrd="0" presId="urn:microsoft.com/office/officeart/2018/2/layout/IconLabelList"/>
    <dgm:cxn modelId="{E6374522-549C-4C76-90D4-05D3466A4254}" type="presParOf" srcId="{6FB75F3D-6868-4834-8368-AEC3AA9339D4}" destId="{14C6AD5D-E37F-45EE-99E8-4A2E7378FF0B}" srcOrd="1" destOrd="0" presId="urn:microsoft.com/office/officeart/2018/2/layout/IconLabelList"/>
    <dgm:cxn modelId="{4E248FD0-CF7D-4C16-9B99-B26122DF759C}" type="presParOf" srcId="{6FB75F3D-6868-4834-8368-AEC3AA9339D4}" destId="{C42C2E13-E594-4AD8-8A66-E8EB7EEBDC9C}" srcOrd="2" destOrd="0" presId="urn:microsoft.com/office/officeart/2018/2/layout/IconLabelList"/>
    <dgm:cxn modelId="{2B6E8A19-EBD9-43EA-991C-0915AC46E539}" type="presParOf" srcId="{0AFC9BAE-9BCC-4481-9489-F6170433649F}" destId="{A8449704-6956-4E1D-B273-7A19BD186B47}" srcOrd="3" destOrd="0" presId="urn:microsoft.com/office/officeart/2018/2/layout/IconLabelList"/>
    <dgm:cxn modelId="{98B2A5C5-50BE-4629-9C12-7E0BF661D4A5}" type="presParOf" srcId="{0AFC9BAE-9BCC-4481-9489-F6170433649F}" destId="{0D298C1F-BA57-4F40-9919-D383E0282ECB}" srcOrd="4" destOrd="0" presId="urn:microsoft.com/office/officeart/2018/2/layout/IconLabelList"/>
    <dgm:cxn modelId="{5F5409B0-64B3-4E4D-9237-B2D19FF501BE}" type="presParOf" srcId="{0D298C1F-BA57-4F40-9919-D383E0282ECB}" destId="{CCD63567-031B-4908-A478-FD0F81090BBE}" srcOrd="0" destOrd="0" presId="urn:microsoft.com/office/officeart/2018/2/layout/IconLabelList"/>
    <dgm:cxn modelId="{F9F111FB-D431-4490-AC0C-A54B8FF6AE8C}" type="presParOf" srcId="{0D298C1F-BA57-4F40-9919-D383E0282ECB}" destId="{2AA37557-C675-4430-9F8F-6EF2A5CF234A}" srcOrd="1" destOrd="0" presId="urn:microsoft.com/office/officeart/2018/2/layout/IconLabelList"/>
    <dgm:cxn modelId="{226A0768-F499-4B4B-B7C6-9FCB93245408}" type="presParOf" srcId="{0D298C1F-BA57-4F40-9919-D383E0282ECB}" destId="{B63D739C-15F3-4C9F-ADF3-6A52D7ABC11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D6A20C7-583E-4948-8F7E-63DC96430732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EE2D1BC-682A-4E38-9426-61DB4C5B65A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Tipo de </a:t>
          </a:r>
          <a:r>
            <a:rPr lang="en-US" dirty="0" err="1"/>
            <a:t>datos</a:t>
          </a:r>
          <a:r>
            <a:rPr lang="en-US" dirty="0"/>
            <a:t> </a:t>
          </a:r>
          <a:r>
            <a:rPr lang="en-US" dirty="0" err="1"/>
            <a:t>generados</a:t>
          </a:r>
          <a:r>
            <a:rPr lang="es-ES" dirty="0"/>
            <a:t>:</a:t>
          </a:r>
        </a:p>
        <a:p>
          <a:pPr>
            <a:lnSpc>
              <a:spcPct val="100000"/>
            </a:lnSpc>
            <a:defRPr b="1"/>
          </a:pPr>
          <a:r>
            <a:rPr lang="en-US" b="0" dirty="0"/>
            <a:t>- Coordenadas GPS de puntos calientes </a:t>
          </a:r>
        </a:p>
        <a:p>
          <a:pPr>
            <a:lnSpc>
              <a:spcPct val="100000"/>
            </a:lnSpc>
            <a:defRPr b="1"/>
          </a:pPr>
          <a:r>
            <a:rPr lang="en-US" b="0" dirty="0"/>
            <a:t>- </a:t>
          </a:r>
          <a:r>
            <a:rPr lang="en-US" b="0" dirty="0" err="1"/>
            <a:t>Miniaturas</a:t>
          </a:r>
          <a:r>
            <a:rPr lang="en-US" b="0" dirty="0"/>
            <a:t> de </a:t>
          </a:r>
          <a:r>
            <a:rPr lang="en-US" b="0" dirty="0" err="1"/>
            <a:t>imágenes</a:t>
          </a:r>
          <a:r>
            <a:rPr lang="en-US" b="0" dirty="0"/>
            <a:t> </a:t>
          </a:r>
          <a:r>
            <a:rPr lang="en-US" b="0" dirty="0" err="1"/>
            <a:t>térmicas</a:t>
          </a:r>
          <a:endParaRPr lang="en-US" b="0" dirty="0"/>
        </a:p>
      </dgm:t>
    </dgm:pt>
    <dgm:pt modelId="{649FE49C-2870-4B4F-B1A4-055F4A1F68AC}" type="parTrans" cxnId="{0F6B8C35-107C-48E1-A1F9-EA861C0BD973}">
      <dgm:prSet/>
      <dgm:spPr/>
      <dgm:t>
        <a:bodyPr/>
        <a:lstStyle/>
        <a:p>
          <a:endParaRPr lang="en-US"/>
        </a:p>
      </dgm:t>
    </dgm:pt>
    <dgm:pt modelId="{97C9205E-D681-4E87-83EB-02A5D85DCAD1}" type="sibTrans" cxnId="{0F6B8C35-107C-48E1-A1F9-EA861C0BD973}">
      <dgm:prSet/>
      <dgm:spPr/>
      <dgm:t>
        <a:bodyPr/>
        <a:lstStyle/>
        <a:p>
          <a:endParaRPr lang="en-US"/>
        </a:p>
      </dgm:t>
    </dgm:pt>
    <dgm:pt modelId="{F33A3D26-468D-4EF4-9D3A-B1855EC7065C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A8DC5974-DD5B-45D2-A0F7-D79BB3B07380}" type="parTrans" cxnId="{3C81B9FC-EF00-4670-9048-93BEBC564D77}">
      <dgm:prSet/>
      <dgm:spPr/>
      <dgm:t>
        <a:bodyPr/>
        <a:lstStyle/>
        <a:p>
          <a:endParaRPr lang="en-US"/>
        </a:p>
      </dgm:t>
    </dgm:pt>
    <dgm:pt modelId="{B37CB1FA-F987-4FE1-9735-113D4B5A0252}" type="sibTrans" cxnId="{3C81B9FC-EF00-4670-9048-93BEBC564D77}">
      <dgm:prSet/>
      <dgm:spPr/>
      <dgm:t>
        <a:bodyPr/>
        <a:lstStyle/>
        <a:p>
          <a:endParaRPr lang="en-US"/>
        </a:p>
      </dgm:t>
    </dgm:pt>
    <dgm:pt modelId="{4C13A82B-6696-4A1A-ACD3-EE19106FC5B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dirty="0"/>
            <a:t>Los </a:t>
          </a:r>
          <a:r>
            <a:rPr lang="en-US" b="0" dirty="0" err="1"/>
            <a:t>datos</a:t>
          </a:r>
          <a:r>
            <a:rPr lang="en-US" b="0" dirty="0"/>
            <a:t> se </a:t>
          </a:r>
          <a:r>
            <a:rPr lang="en-US" b="0" dirty="0" err="1"/>
            <a:t>envían</a:t>
          </a:r>
          <a:r>
            <a:rPr lang="en-US" b="0" dirty="0"/>
            <a:t> a </a:t>
          </a:r>
          <a:r>
            <a:rPr lang="en-US" b="0" dirty="0" err="1"/>
            <a:t>servicios</a:t>
          </a:r>
          <a:r>
            <a:rPr lang="en-US" b="0" dirty="0"/>
            <a:t> de </a:t>
          </a:r>
          <a:r>
            <a:rPr lang="en-US" b="0" dirty="0" err="1"/>
            <a:t>emergencia</a:t>
          </a:r>
          <a:r>
            <a:rPr lang="en-US" b="0" dirty="0"/>
            <a:t> y </a:t>
          </a:r>
          <a:r>
            <a:rPr lang="en-US" b="0" dirty="0" err="1"/>
            <a:t>bomberos</a:t>
          </a:r>
          <a:r>
            <a:rPr lang="en-US" b="0" dirty="0"/>
            <a:t> para </a:t>
          </a:r>
          <a:r>
            <a:rPr lang="en-US" b="0" dirty="0" err="1"/>
            <a:t>reducir</a:t>
          </a:r>
          <a:r>
            <a:rPr lang="en-US" b="0" dirty="0"/>
            <a:t> </a:t>
          </a:r>
          <a:r>
            <a:rPr lang="en-US" b="0" dirty="0" err="1"/>
            <a:t>el</a:t>
          </a:r>
          <a:r>
            <a:rPr lang="en-US" b="0" dirty="0"/>
            <a:t> </a:t>
          </a:r>
          <a:r>
            <a:rPr lang="en-US" b="0" dirty="0" err="1"/>
            <a:t>tiempo</a:t>
          </a:r>
          <a:r>
            <a:rPr lang="en-US" b="0" dirty="0"/>
            <a:t> de </a:t>
          </a:r>
          <a:r>
            <a:rPr lang="en-US" b="0" dirty="0" err="1"/>
            <a:t>respuesta</a:t>
          </a:r>
          <a:r>
            <a:rPr lang="en-US" b="0" dirty="0"/>
            <a:t> ante </a:t>
          </a:r>
          <a:r>
            <a:rPr lang="en-US" b="0" dirty="0" err="1"/>
            <a:t>incendios</a:t>
          </a:r>
          <a:r>
            <a:rPr lang="en-US" b="0" dirty="0"/>
            <a:t>.</a:t>
          </a:r>
        </a:p>
      </dgm:t>
    </dgm:pt>
    <dgm:pt modelId="{4E8DA408-342B-40D8-9F05-0245F7F9DA89}" type="parTrans" cxnId="{88DE09EB-BE8F-48E4-BAE7-367CDE68311D}">
      <dgm:prSet/>
      <dgm:spPr/>
      <dgm:t>
        <a:bodyPr/>
        <a:lstStyle/>
        <a:p>
          <a:endParaRPr lang="en-US"/>
        </a:p>
      </dgm:t>
    </dgm:pt>
    <dgm:pt modelId="{2C04B7AD-2D02-4F6E-BA75-7FEA796D3D42}" type="sibTrans" cxnId="{88DE09EB-BE8F-48E4-BAE7-367CDE68311D}">
      <dgm:prSet/>
      <dgm:spPr/>
      <dgm:t>
        <a:bodyPr/>
        <a:lstStyle/>
        <a:p>
          <a:endParaRPr lang="en-US"/>
        </a:p>
      </dgm:t>
    </dgm:pt>
    <dgm:pt modelId="{D0E32044-83CE-4523-8605-16204E9E33BD}" type="pres">
      <dgm:prSet presAssocID="{FD6A20C7-583E-4948-8F7E-63DC96430732}" presName="root" presStyleCnt="0">
        <dgm:presLayoutVars>
          <dgm:dir/>
          <dgm:resizeHandles val="exact"/>
        </dgm:presLayoutVars>
      </dgm:prSet>
      <dgm:spPr/>
    </dgm:pt>
    <dgm:pt modelId="{803EF990-68CF-431F-AFA1-B1272256C3C0}" type="pres">
      <dgm:prSet presAssocID="{4EE2D1BC-682A-4E38-9426-61DB4C5B65AF}" presName="compNode" presStyleCnt="0"/>
      <dgm:spPr/>
    </dgm:pt>
    <dgm:pt modelId="{5E7458E8-7418-4C1C-B58E-5CCE8B5595D8}" type="pres">
      <dgm:prSet presAssocID="{4EE2D1BC-682A-4E38-9426-61DB4C5B65AF}" presName="iconRect" presStyleLbl="node1" presStyleIdx="0" presStyleCnt="2" custLinFactNeighborX="81750" custLinFactNeighborY="-74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magen"/>
        </a:ext>
      </dgm:extLst>
    </dgm:pt>
    <dgm:pt modelId="{715532B3-8958-4374-AAF3-F33A4F4420FF}" type="pres">
      <dgm:prSet presAssocID="{4EE2D1BC-682A-4E38-9426-61DB4C5B65AF}" presName="iconSpace" presStyleCnt="0"/>
      <dgm:spPr/>
    </dgm:pt>
    <dgm:pt modelId="{CF2D8B43-2B98-4649-92F3-378774BAB5B7}" type="pres">
      <dgm:prSet presAssocID="{4EE2D1BC-682A-4E38-9426-61DB4C5B65AF}" presName="parTx" presStyleLbl="revTx" presStyleIdx="0" presStyleCnt="4" custLinFactNeighborX="28612" custLinFactNeighborY="-1500">
        <dgm:presLayoutVars>
          <dgm:chMax val="0"/>
          <dgm:chPref val="0"/>
        </dgm:presLayoutVars>
      </dgm:prSet>
      <dgm:spPr/>
    </dgm:pt>
    <dgm:pt modelId="{12E21323-9356-449D-B1E1-110595EFE15F}" type="pres">
      <dgm:prSet presAssocID="{4EE2D1BC-682A-4E38-9426-61DB4C5B65AF}" presName="txSpace" presStyleCnt="0"/>
      <dgm:spPr/>
    </dgm:pt>
    <dgm:pt modelId="{54521DC2-0BB9-4546-9F9C-9C4E35859B71}" type="pres">
      <dgm:prSet presAssocID="{4EE2D1BC-682A-4E38-9426-61DB4C5B65AF}" presName="desTx" presStyleLbl="revTx" presStyleIdx="1" presStyleCnt="4" custLinFactNeighborX="28612" custLinFactNeighborY="-2398">
        <dgm:presLayoutVars/>
      </dgm:prSet>
      <dgm:spPr/>
    </dgm:pt>
    <dgm:pt modelId="{1C2CB57F-9955-43F3-AD15-5280A8467501}" type="pres">
      <dgm:prSet presAssocID="{97C9205E-D681-4E87-83EB-02A5D85DCAD1}" presName="sibTrans" presStyleCnt="0"/>
      <dgm:spPr/>
    </dgm:pt>
    <dgm:pt modelId="{50A6B608-27DC-45E0-ABF1-DB20658B1A02}" type="pres">
      <dgm:prSet presAssocID="{4C13A82B-6696-4A1A-ACD3-EE19106FC5B8}" presName="compNode" presStyleCnt="0"/>
      <dgm:spPr/>
    </dgm:pt>
    <dgm:pt modelId="{8619E928-4506-4F70-B895-BC3CFE300CFB}" type="pres">
      <dgm:prSet presAssocID="{4C13A82B-6696-4A1A-ACD3-EE19106FC5B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mbulancia"/>
        </a:ext>
      </dgm:extLst>
    </dgm:pt>
    <dgm:pt modelId="{C9E7ABD0-0B89-4510-A0D2-9AA9BD640D3F}" type="pres">
      <dgm:prSet presAssocID="{4C13A82B-6696-4A1A-ACD3-EE19106FC5B8}" presName="iconSpace" presStyleCnt="0"/>
      <dgm:spPr/>
    </dgm:pt>
    <dgm:pt modelId="{9AAB4267-B8F4-484D-AE1C-4F313225A819}" type="pres">
      <dgm:prSet presAssocID="{4C13A82B-6696-4A1A-ACD3-EE19106FC5B8}" presName="parTx" presStyleLbl="revTx" presStyleIdx="2" presStyleCnt="4">
        <dgm:presLayoutVars>
          <dgm:chMax val="0"/>
          <dgm:chPref val="0"/>
        </dgm:presLayoutVars>
      </dgm:prSet>
      <dgm:spPr/>
    </dgm:pt>
    <dgm:pt modelId="{81CBDA17-1A84-4896-AEE7-68543A617237}" type="pres">
      <dgm:prSet presAssocID="{4C13A82B-6696-4A1A-ACD3-EE19106FC5B8}" presName="txSpace" presStyleCnt="0"/>
      <dgm:spPr/>
    </dgm:pt>
    <dgm:pt modelId="{5CE376AA-E5FC-4DD7-B0A9-316A8ED2F7F8}" type="pres">
      <dgm:prSet presAssocID="{4C13A82B-6696-4A1A-ACD3-EE19106FC5B8}" presName="desTx" presStyleLbl="revTx" presStyleIdx="3" presStyleCnt="4">
        <dgm:presLayoutVars/>
      </dgm:prSet>
      <dgm:spPr/>
    </dgm:pt>
  </dgm:ptLst>
  <dgm:cxnLst>
    <dgm:cxn modelId="{8558991B-AEEA-437E-A05C-8D4F329CBE3C}" type="presOf" srcId="{4C13A82B-6696-4A1A-ACD3-EE19106FC5B8}" destId="{9AAB4267-B8F4-484D-AE1C-4F313225A819}" srcOrd="0" destOrd="0" presId="urn:microsoft.com/office/officeart/2018/2/layout/IconLabelDescriptionList"/>
    <dgm:cxn modelId="{0F6B8C35-107C-48E1-A1F9-EA861C0BD973}" srcId="{FD6A20C7-583E-4948-8F7E-63DC96430732}" destId="{4EE2D1BC-682A-4E38-9426-61DB4C5B65AF}" srcOrd="0" destOrd="0" parTransId="{649FE49C-2870-4B4F-B1A4-055F4A1F68AC}" sibTransId="{97C9205E-D681-4E87-83EB-02A5D85DCAD1}"/>
    <dgm:cxn modelId="{5188D396-80D1-4CE9-9D26-AB73940BCB02}" type="presOf" srcId="{FD6A20C7-583E-4948-8F7E-63DC96430732}" destId="{D0E32044-83CE-4523-8605-16204E9E33BD}" srcOrd="0" destOrd="0" presId="urn:microsoft.com/office/officeart/2018/2/layout/IconLabelDescriptionList"/>
    <dgm:cxn modelId="{B201FED7-759E-4874-8B66-EF7212F93136}" type="presOf" srcId="{F33A3D26-468D-4EF4-9D3A-B1855EC7065C}" destId="{54521DC2-0BB9-4546-9F9C-9C4E35859B71}" srcOrd="0" destOrd="0" presId="urn:microsoft.com/office/officeart/2018/2/layout/IconLabelDescriptionList"/>
    <dgm:cxn modelId="{377031EA-0313-46E9-A77B-56083FD492A3}" type="presOf" srcId="{4EE2D1BC-682A-4E38-9426-61DB4C5B65AF}" destId="{CF2D8B43-2B98-4649-92F3-378774BAB5B7}" srcOrd="0" destOrd="0" presId="urn:microsoft.com/office/officeart/2018/2/layout/IconLabelDescriptionList"/>
    <dgm:cxn modelId="{88DE09EB-BE8F-48E4-BAE7-367CDE68311D}" srcId="{FD6A20C7-583E-4948-8F7E-63DC96430732}" destId="{4C13A82B-6696-4A1A-ACD3-EE19106FC5B8}" srcOrd="1" destOrd="0" parTransId="{4E8DA408-342B-40D8-9F05-0245F7F9DA89}" sibTransId="{2C04B7AD-2D02-4F6E-BA75-7FEA796D3D42}"/>
    <dgm:cxn modelId="{3C81B9FC-EF00-4670-9048-93BEBC564D77}" srcId="{4EE2D1BC-682A-4E38-9426-61DB4C5B65AF}" destId="{F33A3D26-468D-4EF4-9D3A-B1855EC7065C}" srcOrd="0" destOrd="0" parTransId="{A8DC5974-DD5B-45D2-A0F7-D79BB3B07380}" sibTransId="{B37CB1FA-F987-4FE1-9735-113D4B5A0252}"/>
    <dgm:cxn modelId="{B19F22A0-747C-4D3C-8944-740841C7DA5B}" type="presParOf" srcId="{D0E32044-83CE-4523-8605-16204E9E33BD}" destId="{803EF990-68CF-431F-AFA1-B1272256C3C0}" srcOrd="0" destOrd="0" presId="urn:microsoft.com/office/officeart/2018/2/layout/IconLabelDescriptionList"/>
    <dgm:cxn modelId="{83DC6F5A-8389-42E6-B5A7-936E8C2EAED5}" type="presParOf" srcId="{803EF990-68CF-431F-AFA1-B1272256C3C0}" destId="{5E7458E8-7418-4C1C-B58E-5CCE8B5595D8}" srcOrd="0" destOrd="0" presId="urn:microsoft.com/office/officeart/2018/2/layout/IconLabelDescriptionList"/>
    <dgm:cxn modelId="{989EDB00-23C0-4878-AECF-0594F5476DC6}" type="presParOf" srcId="{803EF990-68CF-431F-AFA1-B1272256C3C0}" destId="{715532B3-8958-4374-AAF3-F33A4F4420FF}" srcOrd="1" destOrd="0" presId="urn:microsoft.com/office/officeart/2018/2/layout/IconLabelDescriptionList"/>
    <dgm:cxn modelId="{58770426-E055-4D4B-825C-E78B1B113E8D}" type="presParOf" srcId="{803EF990-68CF-431F-AFA1-B1272256C3C0}" destId="{CF2D8B43-2B98-4649-92F3-378774BAB5B7}" srcOrd="2" destOrd="0" presId="urn:microsoft.com/office/officeart/2018/2/layout/IconLabelDescriptionList"/>
    <dgm:cxn modelId="{CC6B313D-61AB-4522-87FA-EB6B98EE47D6}" type="presParOf" srcId="{803EF990-68CF-431F-AFA1-B1272256C3C0}" destId="{12E21323-9356-449D-B1E1-110595EFE15F}" srcOrd="3" destOrd="0" presId="urn:microsoft.com/office/officeart/2018/2/layout/IconLabelDescriptionList"/>
    <dgm:cxn modelId="{A1CF9DE6-F4E5-4578-ABC5-61941A476684}" type="presParOf" srcId="{803EF990-68CF-431F-AFA1-B1272256C3C0}" destId="{54521DC2-0BB9-4546-9F9C-9C4E35859B71}" srcOrd="4" destOrd="0" presId="urn:microsoft.com/office/officeart/2018/2/layout/IconLabelDescriptionList"/>
    <dgm:cxn modelId="{CD575A6A-86BE-4C61-886D-0A6618999982}" type="presParOf" srcId="{D0E32044-83CE-4523-8605-16204E9E33BD}" destId="{1C2CB57F-9955-43F3-AD15-5280A8467501}" srcOrd="1" destOrd="0" presId="urn:microsoft.com/office/officeart/2018/2/layout/IconLabelDescriptionList"/>
    <dgm:cxn modelId="{D42DF76F-7EBD-4FFF-9E53-3AF5B8AEC106}" type="presParOf" srcId="{D0E32044-83CE-4523-8605-16204E9E33BD}" destId="{50A6B608-27DC-45E0-ABF1-DB20658B1A02}" srcOrd="2" destOrd="0" presId="urn:microsoft.com/office/officeart/2018/2/layout/IconLabelDescriptionList"/>
    <dgm:cxn modelId="{65CAF98F-E53C-4A16-81AA-4E3A55237C54}" type="presParOf" srcId="{50A6B608-27DC-45E0-ABF1-DB20658B1A02}" destId="{8619E928-4506-4F70-B895-BC3CFE300CFB}" srcOrd="0" destOrd="0" presId="urn:microsoft.com/office/officeart/2018/2/layout/IconLabelDescriptionList"/>
    <dgm:cxn modelId="{274C1E40-A8DF-41B2-9D76-742A5007DD52}" type="presParOf" srcId="{50A6B608-27DC-45E0-ABF1-DB20658B1A02}" destId="{C9E7ABD0-0B89-4510-A0D2-9AA9BD640D3F}" srcOrd="1" destOrd="0" presId="urn:microsoft.com/office/officeart/2018/2/layout/IconLabelDescriptionList"/>
    <dgm:cxn modelId="{4B5A6A6B-B309-48A9-91B5-0C351A930287}" type="presParOf" srcId="{50A6B608-27DC-45E0-ABF1-DB20658B1A02}" destId="{9AAB4267-B8F4-484D-AE1C-4F313225A819}" srcOrd="2" destOrd="0" presId="urn:microsoft.com/office/officeart/2018/2/layout/IconLabelDescriptionList"/>
    <dgm:cxn modelId="{7E830805-07FC-45FA-9C20-4D336A0C0F40}" type="presParOf" srcId="{50A6B608-27DC-45E0-ABF1-DB20658B1A02}" destId="{81CBDA17-1A84-4896-AEE7-68543A617237}" srcOrd="3" destOrd="0" presId="urn:microsoft.com/office/officeart/2018/2/layout/IconLabelDescriptionList"/>
    <dgm:cxn modelId="{6DD03867-9ABE-42B9-AC0E-BAB8B36BE129}" type="presParOf" srcId="{50A6B608-27DC-45E0-ABF1-DB20658B1A02}" destId="{5CE376AA-E5FC-4DD7-B0A9-316A8ED2F7F8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7B4BCF-5CA3-4C9A-B4DD-0DA35F702B50}">
      <dsp:nvSpPr>
        <dsp:cNvPr id="0" name=""/>
        <dsp:cNvSpPr/>
      </dsp:nvSpPr>
      <dsp:spPr>
        <a:xfrm>
          <a:off x="890763" y="1175464"/>
          <a:ext cx="981188" cy="9811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2CE9DE-7BF1-47CC-A89E-ADE358E00808}">
      <dsp:nvSpPr>
        <dsp:cNvPr id="0" name=""/>
        <dsp:cNvSpPr/>
      </dsp:nvSpPr>
      <dsp:spPr>
        <a:xfrm>
          <a:off x="291148" y="2457079"/>
          <a:ext cx="21804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Detección temprana de incendios forestales mediante sensores térmicos infrarrojos de onda larga (LWIR).</a:t>
          </a:r>
        </a:p>
      </dsp:txBody>
      <dsp:txXfrm>
        <a:off x="291148" y="2457079"/>
        <a:ext cx="2180418" cy="720000"/>
      </dsp:txXfrm>
    </dsp:sp>
    <dsp:sp modelId="{059504FA-F27A-4EF7-82CC-A4C12A0331D5}">
      <dsp:nvSpPr>
        <dsp:cNvPr id="0" name=""/>
        <dsp:cNvSpPr/>
      </dsp:nvSpPr>
      <dsp:spPr>
        <a:xfrm>
          <a:off x="3452755" y="1175464"/>
          <a:ext cx="981188" cy="9811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C2711E-7709-47EE-A47A-960E87AF2DD4}">
      <dsp:nvSpPr>
        <dsp:cNvPr id="0" name=""/>
        <dsp:cNvSpPr/>
      </dsp:nvSpPr>
      <dsp:spPr>
        <a:xfrm>
          <a:off x="2853140" y="2457079"/>
          <a:ext cx="21804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Tipo de satélite: CubeSat 3U</a:t>
          </a:r>
        </a:p>
      </dsp:txBody>
      <dsp:txXfrm>
        <a:off x="2853140" y="2457079"/>
        <a:ext cx="2180418" cy="720000"/>
      </dsp:txXfrm>
    </dsp:sp>
    <dsp:sp modelId="{F013DD8E-1D75-4DC5-BBBE-0D37021E3BEF}">
      <dsp:nvSpPr>
        <dsp:cNvPr id="0" name=""/>
        <dsp:cNvSpPr/>
      </dsp:nvSpPr>
      <dsp:spPr>
        <a:xfrm>
          <a:off x="6014747" y="1175464"/>
          <a:ext cx="981188" cy="9811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09E5BE-CD2E-4DD5-A34D-06B76BDB71DB}">
      <dsp:nvSpPr>
        <dsp:cNvPr id="0" name=""/>
        <dsp:cNvSpPr/>
      </dsp:nvSpPr>
      <dsp:spPr>
        <a:xfrm>
          <a:off x="5415132" y="2457079"/>
          <a:ext cx="21804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Objetivo: Identificar focos de incendio en zonas remotas lo antes posible.</a:t>
          </a:r>
        </a:p>
      </dsp:txBody>
      <dsp:txXfrm>
        <a:off x="5415132" y="2457079"/>
        <a:ext cx="2180418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986878-420D-430C-940F-B2ED72DFCC8F}">
      <dsp:nvSpPr>
        <dsp:cNvPr id="0" name=""/>
        <dsp:cNvSpPr/>
      </dsp:nvSpPr>
      <dsp:spPr>
        <a:xfrm>
          <a:off x="4650796" y="1406406"/>
          <a:ext cx="1351438" cy="6431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8296"/>
              </a:lnTo>
              <a:lnTo>
                <a:pt x="1351438" y="438296"/>
              </a:lnTo>
              <a:lnTo>
                <a:pt x="1351438" y="64316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787C48-056A-418B-A74C-0A1573A71B7C}">
      <dsp:nvSpPr>
        <dsp:cNvPr id="0" name=""/>
        <dsp:cNvSpPr/>
      </dsp:nvSpPr>
      <dsp:spPr>
        <a:xfrm>
          <a:off x="3299358" y="1406406"/>
          <a:ext cx="1351438" cy="643161"/>
        </a:xfrm>
        <a:custGeom>
          <a:avLst/>
          <a:gdLst/>
          <a:ahLst/>
          <a:cxnLst/>
          <a:rect l="0" t="0" r="0" b="0"/>
          <a:pathLst>
            <a:path>
              <a:moveTo>
                <a:pt x="1351438" y="0"/>
              </a:moveTo>
              <a:lnTo>
                <a:pt x="1351438" y="438296"/>
              </a:lnTo>
              <a:lnTo>
                <a:pt x="0" y="438296"/>
              </a:lnTo>
              <a:lnTo>
                <a:pt x="0" y="64316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F2B169-79FB-4C3A-AE77-DD3665E81687}">
      <dsp:nvSpPr>
        <dsp:cNvPr id="0" name=""/>
        <dsp:cNvSpPr/>
      </dsp:nvSpPr>
      <dsp:spPr>
        <a:xfrm>
          <a:off x="842197" y="2139"/>
          <a:ext cx="2211444" cy="14042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F15565-39B9-426F-BED5-905BD0F21F31}">
      <dsp:nvSpPr>
        <dsp:cNvPr id="0" name=""/>
        <dsp:cNvSpPr/>
      </dsp:nvSpPr>
      <dsp:spPr>
        <a:xfrm>
          <a:off x="1087913" y="235569"/>
          <a:ext cx="2211444" cy="14042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Inspirado en Vulcano, dios romano del fuego y la forja.</a:t>
          </a:r>
        </a:p>
      </dsp:txBody>
      <dsp:txXfrm>
        <a:off x="1129043" y="276699"/>
        <a:ext cx="2129184" cy="1322007"/>
      </dsp:txXfrm>
    </dsp:sp>
    <dsp:sp modelId="{8C1023EC-B4A3-4D53-A2DD-A3ED49D2CDDF}">
      <dsp:nvSpPr>
        <dsp:cNvPr id="0" name=""/>
        <dsp:cNvSpPr/>
      </dsp:nvSpPr>
      <dsp:spPr>
        <a:xfrm>
          <a:off x="3545074" y="2139"/>
          <a:ext cx="2211444" cy="14042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84AF5E-2826-4165-B015-E8E5E891E040}">
      <dsp:nvSpPr>
        <dsp:cNvPr id="0" name=""/>
        <dsp:cNvSpPr/>
      </dsp:nvSpPr>
      <dsp:spPr>
        <a:xfrm>
          <a:off x="3790790" y="235569"/>
          <a:ext cx="2211444" cy="14042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El nombre representa:</a:t>
          </a:r>
        </a:p>
      </dsp:txBody>
      <dsp:txXfrm>
        <a:off x="3831920" y="276699"/>
        <a:ext cx="2129184" cy="1322007"/>
      </dsp:txXfrm>
    </dsp:sp>
    <dsp:sp modelId="{2DDB3EE6-07FA-42B1-BEB0-908C90FC267D}">
      <dsp:nvSpPr>
        <dsp:cNvPr id="0" name=""/>
        <dsp:cNvSpPr/>
      </dsp:nvSpPr>
      <dsp:spPr>
        <a:xfrm>
          <a:off x="2193636" y="2049568"/>
          <a:ext cx="2211444" cy="14042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712EF3-B3A1-48E8-B814-981A9D7D7730}">
      <dsp:nvSpPr>
        <dsp:cNvPr id="0" name=""/>
        <dsp:cNvSpPr/>
      </dsp:nvSpPr>
      <dsp:spPr>
        <a:xfrm>
          <a:off x="2439352" y="2282998"/>
          <a:ext cx="2211444" cy="14042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La amenaza que se busca detectar (el fuego).</a:t>
          </a:r>
        </a:p>
      </dsp:txBody>
      <dsp:txXfrm>
        <a:off x="2480482" y="2324128"/>
        <a:ext cx="2129184" cy="1322007"/>
      </dsp:txXfrm>
    </dsp:sp>
    <dsp:sp modelId="{345B3B00-13E7-4E7A-9F8D-32D7D5E9DFEA}">
      <dsp:nvSpPr>
        <dsp:cNvPr id="0" name=""/>
        <dsp:cNvSpPr/>
      </dsp:nvSpPr>
      <dsp:spPr>
        <a:xfrm>
          <a:off x="4896512" y="2049568"/>
          <a:ext cx="2211444" cy="14042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462A6B-2A1F-48B0-A4C3-6086EFC99BC9}">
      <dsp:nvSpPr>
        <dsp:cNvPr id="0" name=""/>
        <dsp:cNvSpPr/>
      </dsp:nvSpPr>
      <dsp:spPr>
        <a:xfrm>
          <a:off x="5142228" y="2282998"/>
          <a:ext cx="2211444" cy="14042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La resistencia y capacidad tecnológica del satélite.</a:t>
          </a:r>
        </a:p>
      </dsp:txBody>
      <dsp:txXfrm>
        <a:off x="5183358" y="2324128"/>
        <a:ext cx="2129184" cy="13220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3E5A32-92F7-408A-A7A0-71196D590C8A}">
      <dsp:nvSpPr>
        <dsp:cNvPr id="0" name=""/>
        <dsp:cNvSpPr/>
      </dsp:nvSpPr>
      <dsp:spPr>
        <a:xfrm>
          <a:off x="750914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491CDC-5D11-4D68-8636-F7FE794BCE1C}">
      <dsp:nvSpPr>
        <dsp:cNvPr id="0" name=""/>
        <dsp:cNvSpPr/>
      </dsp:nvSpPr>
      <dsp:spPr>
        <a:xfrm>
          <a:off x="90151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El CubeSat </a:t>
          </a:r>
          <a:r>
            <a:rPr lang="es-ES" sz="1500" kern="1200"/>
            <a:t>3</a:t>
          </a:r>
          <a:r>
            <a:rPr lang="en-US" sz="1500" kern="1200"/>
            <a:t>U tiene espacio limitado para paneles solares.</a:t>
          </a:r>
        </a:p>
      </dsp:txBody>
      <dsp:txXfrm>
        <a:off x="90151" y="2602589"/>
        <a:ext cx="2402775" cy="720000"/>
      </dsp:txXfrm>
    </dsp:sp>
    <dsp:sp modelId="{33E6E310-8132-40D7-9932-A09C591077A4}">
      <dsp:nvSpPr>
        <dsp:cNvPr id="0" name=""/>
        <dsp:cNvSpPr/>
      </dsp:nvSpPr>
      <dsp:spPr>
        <a:xfrm>
          <a:off x="3574175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2C2E13-E594-4AD8-8A66-E8EB7EEBDC9C}">
      <dsp:nvSpPr>
        <dsp:cNvPr id="0" name=""/>
        <dsp:cNvSpPr/>
      </dsp:nvSpPr>
      <dsp:spPr>
        <a:xfrm>
          <a:off x="2913412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El sensor térmico y el transmisor de alta potencia consumen mucha energía.</a:t>
          </a:r>
        </a:p>
      </dsp:txBody>
      <dsp:txXfrm>
        <a:off x="2913412" y="2602589"/>
        <a:ext cx="2402775" cy="720000"/>
      </dsp:txXfrm>
    </dsp:sp>
    <dsp:sp modelId="{CCD63567-031B-4908-A478-FD0F81090BBE}">
      <dsp:nvSpPr>
        <dsp:cNvPr id="0" name=""/>
        <dsp:cNvSpPr/>
      </dsp:nvSpPr>
      <dsp:spPr>
        <a:xfrm>
          <a:off x="6397436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3D739C-15F3-4C9F-ADF3-6A52D7ABC115}">
      <dsp:nvSpPr>
        <dsp:cNvPr id="0" name=""/>
        <dsp:cNvSpPr/>
      </dsp:nvSpPr>
      <dsp:spPr>
        <a:xfrm>
          <a:off x="5736673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Se requiere una gestión energética muy eficiente.</a:t>
          </a:r>
        </a:p>
      </dsp:txBody>
      <dsp:txXfrm>
        <a:off x="5736673" y="2602589"/>
        <a:ext cx="2402775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7458E8-7418-4C1C-B58E-5CCE8B5595D8}">
      <dsp:nvSpPr>
        <dsp:cNvPr id="0" name=""/>
        <dsp:cNvSpPr/>
      </dsp:nvSpPr>
      <dsp:spPr>
        <a:xfrm>
          <a:off x="1085602" y="994147"/>
          <a:ext cx="1323000" cy="1323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2D8B43-2B98-4649-92F3-378774BAB5B7}">
      <dsp:nvSpPr>
        <dsp:cNvPr id="0" name=""/>
        <dsp:cNvSpPr/>
      </dsp:nvSpPr>
      <dsp:spPr>
        <a:xfrm>
          <a:off x="1085583" y="2423101"/>
          <a:ext cx="3780000" cy="8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Tipo de </a:t>
          </a:r>
          <a:r>
            <a:rPr lang="en-US" sz="1400" kern="1200" dirty="0" err="1"/>
            <a:t>datos</a:t>
          </a:r>
          <a:r>
            <a:rPr lang="en-US" sz="1400" kern="1200" dirty="0"/>
            <a:t> </a:t>
          </a:r>
          <a:r>
            <a:rPr lang="en-US" sz="1400" kern="1200" dirty="0" err="1"/>
            <a:t>generados</a:t>
          </a:r>
          <a:r>
            <a:rPr lang="es-ES" sz="1400" kern="1200" dirty="0"/>
            <a:t>: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/>
            <a:t>- Coordenadas GPS de puntos calientes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/>
            <a:t>- </a:t>
          </a:r>
          <a:r>
            <a:rPr lang="en-US" sz="1400" b="0" kern="1200" dirty="0" err="1"/>
            <a:t>Miniaturas</a:t>
          </a:r>
          <a:r>
            <a:rPr lang="en-US" sz="1400" b="0" kern="1200" dirty="0"/>
            <a:t> de </a:t>
          </a:r>
          <a:r>
            <a:rPr lang="en-US" sz="1400" b="0" kern="1200" dirty="0" err="1"/>
            <a:t>imágenes</a:t>
          </a:r>
          <a:r>
            <a:rPr lang="en-US" sz="1400" b="0" kern="1200" dirty="0"/>
            <a:t> </a:t>
          </a:r>
          <a:r>
            <a:rPr lang="en-US" sz="1400" b="0" kern="1200" dirty="0" err="1"/>
            <a:t>térmicas</a:t>
          </a:r>
          <a:endParaRPr lang="en-US" sz="1400" b="0" kern="1200" dirty="0"/>
        </a:p>
      </dsp:txBody>
      <dsp:txXfrm>
        <a:off x="1085583" y="2423101"/>
        <a:ext cx="3780000" cy="810000"/>
      </dsp:txXfrm>
    </dsp:sp>
    <dsp:sp modelId="{54521DC2-0BB9-4546-9F9C-9C4E35859B71}">
      <dsp:nvSpPr>
        <dsp:cNvPr id="0" name=""/>
        <dsp:cNvSpPr/>
      </dsp:nvSpPr>
      <dsp:spPr>
        <a:xfrm>
          <a:off x="1085583" y="3290183"/>
          <a:ext cx="3780000" cy="226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>
        <a:off x="1085583" y="3290183"/>
        <a:ext cx="3780000" cy="226374"/>
      </dsp:txXfrm>
    </dsp:sp>
    <dsp:sp modelId="{8619E928-4506-4F70-B895-BC3CFE300CFB}">
      <dsp:nvSpPr>
        <dsp:cNvPr id="0" name=""/>
        <dsp:cNvSpPr/>
      </dsp:nvSpPr>
      <dsp:spPr>
        <a:xfrm>
          <a:off x="4445550" y="1003977"/>
          <a:ext cx="1323000" cy="1323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AB4267-B8F4-484D-AE1C-4F313225A819}">
      <dsp:nvSpPr>
        <dsp:cNvPr id="0" name=""/>
        <dsp:cNvSpPr/>
      </dsp:nvSpPr>
      <dsp:spPr>
        <a:xfrm>
          <a:off x="4445550" y="2435251"/>
          <a:ext cx="3780000" cy="8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kern="1200" dirty="0"/>
            <a:t>Los </a:t>
          </a:r>
          <a:r>
            <a:rPr lang="en-US" sz="1400" b="0" kern="1200" dirty="0" err="1"/>
            <a:t>datos</a:t>
          </a:r>
          <a:r>
            <a:rPr lang="en-US" sz="1400" b="0" kern="1200" dirty="0"/>
            <a:t> se </a:t>
          </a:r>
          <a:r>
            <a:rPr lang="en-US" sz="1400" b="0" kern="1200" dirty="0" err="1"/>
            <a:t>envían</a:t>
          </a:r>
          <a:r>
            <a:rPr lang="en-US" sz="1400" b="0" kern="1200" dirty="0"/>
            <a:t> a </a:t>
          </a:r>
          <a:r>
            <a:rPr lang="en-US" sz="1400" b="0" kern="1200" dirty="0" err="1"/>
            <a:t>servicios</a:t>
          </a:r>
          <a:r>
            <a:rPr lang="en-US" sz="1400" b="0" kern="1200" dirty="0"/>
            <a:t> de </a:t>
          </a:r>
          <a:r>
            <a:rPr lang="en-US" sz="1400" b="0" kern="1200" dirty="0" err="1"/>
            <a:t>emergencia</a:t>
          </a:r>
          <a:r>
            <a:rPr lang="en-US" sz="1400" b="0" kern="1200" dirty="0"/>
            <a:t> y </a:t>
          </a:r>
          <a:r>
            <a:rPr lang="en-US" sz="1400" b="0" kern="1200" dirty="0" err="1"/>
            <a:t>bomberos</a:t>
          </a:r>
          <a:r>
            <a:rPr lang="en-US" sz="1400" b="0" kern="1200" dirty="0"/>
            <a:t> para </a:t>
          </a:r>
          <a:r>
            <a:rPr lang="en-US" sz="1400" b="0" kern="1200" dirty="0" err="1"/>
            <a:t>reducir</a:t>
          </a:r>
          <a:r>
            <a:rPr lang="en-US" sz="1400" b="0" kern="1200" dirty="0"/>
            <a:t> </a:t>
          </a:r>
          <a:r>
            <a:rPr lang="en-US" sz="1400" b="0" kern="1200" dirty="0" err="1"/>
            <a:t>el</a:t>
          </a:r>
          <a:r>
            <a:rPr lang="en-US" sz="1400" b="0" kern="1200" dirty="0"/>
            <a:t> </a:t>
          </a:r>
          <a:r>
            <a:rPr lang="en-US" sz="1400" b="0" kern="1200" dirty="0" err="1"/>
            <a:t>tiempo</a:t>
          </a:r>
          <a:r>
            <a:rPr lang="en-US" sz="1400" b="0" kern="1200" dirty="0"/>
            <a:t> de </a:t>
          </a:r>
          <a:r>
            <a:rPr lang="en-US" sz="1400" b="0" kern="1200" dirty="0" err="1"/>
            <a:t>respuesta</a:t>
          </a:r>
          <a:r>
            <a:rPr lang="en-US" sz="1400" b="0" kern="1200" dirty="0"/>
            <a:t> ante </a:t>
          </a:r>
          <a:r>
            <a:rPr lang="en-US" sz="1400" b="0" kern="1200" dirty="0" err="1"/>
            <a:t>incendios</a:t>
          </a:r>
          <a:r>
            <a:rPr lang="en-US" sz="1400" b="0" kern="1200" dirty="0"/>
            <a:t>.</a:t>
          </a:r>
        </a:p>
      </dsp:txBody>
      <dsp:txXfrm>
        <a:off x="4445550" y="2435251"/>
        <a:ext cx="3780000" cy="810000"/>
      </dsp:txXfrm>
    </dsp:sp>
    <dsp:sp modelId="{5CE376AA-E5FC-4DD7-B0A9-316A8ED2F7F8}">
      <dsp:nvSpPr>
        <dsp:cNvPr id="0" name=""/>
        <dsp:cNvSpPr/>
      </dsp:nvSpPr>
      <dsp:spPr>
        <a:xfrm>
          <a:off x="4445550" y="3295611"/>
          <a:ext cx="3780000" cy="226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lanetary.org/space-images/lightsail-2-cubesat-aft-view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6B862C-1A19-DA8C-AF09-CDADCD260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VULCANO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0E50992-25A0-D6B9-CFEF-C7D32DE9D5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77528" y="1600200"/>
            <a:ext cx="6788944" cy="4525963"/>
          </a:xfrm>
        </p:spPr>
      </p:pic>
    </p:spTree>
    <p:extLst>
      <p:ext uri="{BB962C8B-B14F-4D97-AF65-F5344CB8AC3E}">
        <p14:creationId xmlns:p14="http://schemas.microsoft.com/office/powerpoint/2010/main" val="596833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r>
              <a:rPr lang="es-ES" sz="4500"/>
              <a:t>Misión CubeSat: VULCANO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CA0602-C39C-29D2-E6D2-09BBF79CB2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0098321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Nombre de la misión: VULCANO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51B1CF4-F3A8-4D3C-9266-3BE1E0FBB3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864184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3938487" cy="180730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4100" b="1"/>
              <a:t>Desafíos de diseño: Gestión térmica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333297"/>
            <a:ext cx="3464715" cy="3843666"/>
          </a:xfrm>
        </p:spPr>
        <p:txBody>
          <a:bodyPr>
            <a:normAutofit/>
          </a:bodyPr>
          <a:lstStyle/>
          <a:p>
            <a:r>
              <a:rPr lang="es-ES" sz="1700"/>
              <a:t>Los sensores infrarrojos necesitan estar aislados del calor generado por el propio satélite.</a:t>
            </a:r>
          </a:p>
          <a:p>
            <a:r>
              <a:rPr lang="es-ES" sz="1700"/>
              <a:t>Fuentes de calor internas:</a:t>
            </a:r>
          </a:p>
          <a:p>
            <a:pPr lvl="1"/>
            <a:r>
              <a:rPr lang="es-ES" sz="1700"/>
              <a:t>OBC (ordenador de a bordo)</a:t>
            </a:r>
          </a:p>
          <a:p>
            <a:pPr lvl="1"/>
            <a:r>
              <a:rPr lang="es-ES" sz="1700"/>
              <a:t>Baterías</a:t>
            </a:r>
          </a:p>
          <a:p>
            <a:r>
              <a:rPr lang="es-ES" sz="1700"/>
              <a:t>El objetivo es evitar ruido térmico que afecte a las imágenes.</a:t>
            </a:r>
          </a:p>
        </p:txBody>
      </p:sp>
      <p:pic>
        <p:nvPicPr>
          <p:cNvPr id="5" name="Picture 4" descr="Placa brillante de circuito impreso">
            <a:extLst>
              <a:ext uri="{FF2B5EF4-FFF2-40B4-BE49-F238E27FC236}">
                <a16:creationId xmlns:a16="http://schemas.microsoft.com/office/drawing/2014/main" id="{2EA1A659-BE9E-147B-81BD-639FBED025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36" r="18235" b="-1"/>
          <a:stretch>
            <a:fillRect/>
          </a:stretch>
        </p:blipFill>
        <p:spPr>
          <a:xfrm>
            <a:off x="4671911" y="10"/>
            <a:ext cx="4472089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Herramienta de medida ajustable">
            <a:extLst>
              <a:ext uri="{FF2B5EF4-FFF2-40B4-BE49-F238E27FC236}">
                <a16:creationId xmlns:a16="http://schemas.microsoft.com/office/drawing/2014/main" id="{57D1C267-0EBD-976C-972B-BB4A8E42E8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62" r="18149" b="-1"/>
          <a:stretch>
            <a:fillRect/>
          </a:stretch>
        </p:blipFill>
        <p:spPr>
          <a:xfrm>
            <a:off x="1891767" y="10"/>
            <a:ext cx="7252231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2866641" cy="18999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3200" b="1"/>
              <a:t>Desafíos de operación: Procesamiento on-board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34201"/>
            <a:ext cx="2866641" cy="3742762"/>
          </a:xfrm>
        </p:spPr>
        <p:txBody>
          <a:bodyPr>
            <a:normAutofit/>
          </a:bodyPr>
          <a:lstStyle/>
          <a:p>
            <a:r>
              <a:rPr lang="es-ES" sz="1700"/>
              <a:t>Enviar imágenes térmicas constantes saturaría el ancho de banda.</a:t>
            </a:r>
          </a:p>
          <a:p>
            <a:r>
              <a:rPr lang="es-ES" sz="1700"/>
              <a:t>Solución:</a:t>
            </a:r>
          </a:p>
          <a:p>
            <a:pPr lvl="1"/>
            <a:r>
              <a:rPr lang="es-ES" sz="1700"/>
              <a:t>El OBC analiza las imágenes en órbita.</a:t>
            </a:r>
          </a:p>
          <a:p>
            <a:pPr lvl="1"/>
            <a:r>
              <a:rPr lang="es-ES" sz="1700"/>
              <a:t>Solo se envía una alerta si se detecta un píxel con temperatura anómala.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/>
              <a:t>Desafíos de diseño: Ciclo de vida y energía</a:t>
            </a:r>
            <a:endParaRPr lang="es-ES" b="1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5B7BFDF-06ED-D1BC-9B68-7311E0D6423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/>
              <a:t>Datos </a:t>
            </a:r>
            <a:r>
              <a:rPr sz="3600" b="1" dirty="0" err="1"/>
              <a:t>esperados</a:t>
            </a:r>
            <a:r>
              <a:rPr sz="3600" b="1" dirty="0"/>
              <a:t> y </a:t>
            </a:r>
            <a:r>
              <a:rPr sz="3600" b="1" dirty="0" err="1"/>
              <a:t>uso</a:t>
            </a:r>
            <a:endParaRPr sz="3600" b="1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BF89E8C-275A-74E6-A486-5C4FFC5EB7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8749939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244</Words>
  <Application>Microsoft Office PowerPoint</Application>
  <PresentationFormat>Presentación en pantalla (4:3)</PresentationFormat>
  <Paragraphs>30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VULCANO</vt:lpstr>
      <vt:lpstr>Misión CubeSat: VULCANO</vt:lpstr>
      <vt:lpstr>Nombre de la misión: VULCANO</vt:lpstr>
      <vt:lpstr>Desafíos de diseño: Gestión térmica</vt:lpstr>
      <vt:lpstr>Desafíos de operación: Procesamiento on-board</vt:lpstr>
      <vt:lpstr>Desafíos de diseño: Ciclo de vida y energía</vt:lpstr>
      <vt:lpstr>Datos esperados y uso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Amir Fatmi El Meknassi</dc:creator>
  <cp:keywords/>
  <dc:description>generated using python-pptx</dc:description>
  <cp:lastModifiedBy>Amir Fatmi El Meknassi</cp:lastModifiedBy>
  <cp:revision>3</cp:revision>
  <dcterms:created xsi:type="dcterms:W3CDTF">2013-01-27T09:14:16Z</dcterms:created>
  <dcterms:modified xsi:type="dcterms:W3CDTF">2026-03-12T17:36:43Z</dcterms:modified>
  <cp:category/>
</cp:coreProperties>
</file>